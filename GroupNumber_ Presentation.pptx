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1" r:id="rId4"/>
    <p:sldMasterId id="214748372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Lexend Light"/>
      <p:regular r:id="rId20"/>
      <p:bold r:id="rId21"/>
    </p:embeddedFont>
    <p:embeddedFont>
      <p:font typeface="Arimo"/>
      <p:regular r:id="rId22"/>
      <p:bold r:id="rId23"/>
      <p:italic r:id="rId24"/>
      <p:boldItalic r:id="rId25"/>
    </p:embeddedFont>
    <p:embeddedFont>
      <p:font typeface="Arimo SemiBold"/>
      <p:regular r:id="rId26"/>
      <p:bold r:id="rId27"/>
      <p:italic r:id="rId28"/>
      <p:boldItalic r:id="rId29"/>
    </p:embeddedFont>
    <p:embeddedFont>
      <p:font typeface="Arimo Medium"/>
      <p:regular r:id="rId30"/>
      <p:bold r:id="rId31"/>
      <p:italic r:id="rId32"/>
      <p:boldItalic r:id="rId33"/>
    </p:embeddedFont>
    <p:embeddedFont>
      <p:font typeface="Lexend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Light-regular.fntdata"/><Relationship Id="rId22" Type="http://schemas.openxmlformats.org/officeDocument/2006/relationships/font" Target="fonts/Arimo-regular.fntdata"/><Relationship Id="rId21" Type="http://schemas.openxmlformats.org/officeDocument/2006/relationships/font" Target="fonts/LexendLight-bold.fntdata"/><Relationship Id="rId24" Type="http://schemas.openxmlformats.org/officeDocument/2006/relationships/font" Target="fonts/Arimo-italic.fntdata"/><Relationship Id="rId23" Type="http://schemas.openxmlformats.org/officeDocument/2006/relationships/font" Target="fonts/Arim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ArimoSemiBold-regular.fntdata"/><Relationship Id="rId25" Type="http://schemas.openxmlformats.org/officeDocument/2006/relationships/font" Target="fonts/Arimo-boldItalic.fntdata"/><Relationship Id="rId28" Type="http://schemas.openxmlformats.org/officeDocument/2006/relationships/font" Target="fonts/ArimoSemiBold-italic.fntdata"/><Relationship Id="rId27" Type="http://schemas.openxmlformats.org/officeDocument/2006/relationships/font" Target="fonts/ArimoSemiBold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mo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moMedium-bold.fntdata"/><Relationship Id="rId30" Type="http://schemas.openxmlformats.org/officeDocument/2006/relationships/font" Target="fonts/ArimoMedium-regular.fntdata"/><Relationship Id="rId11" Type="http://schemas.openxmlformats.org/officeDocument/2006/relationships/slide" Target="slides/slide5.xml"/><Relationship Id="rId33" Type="http://schemas.openxmlformats.org/officeDocument/2006/relationships/font" Target="fonts/Arimo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ArimoMedium-italic.fntdata"/><Relationship Id="rId13" Type="http://schemas.openxmlformats.org/officeDocument/2006/relationships/slide" Target="slides/slide7.xml"/><Relationship Id="rId35" Type="http://schemas.openxmlformats.org/officeDocument/2006/relationships/font" Target="fonts/Lexend-bold.fntdata"/><Relationship Id="rId12" Type="http://schemas.openxmlformats.org/officeDocument/2006/relationships/slide" Target="slides/slide6.xml"/><Relationship Id="rId34" Type="http://schemas.openxmlformats.org/officeDocument/2006/relationships/font" Target="fonts/Lexend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g3532f75331e_0_2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6" name="Google Shape;2206;g3532f75331e_0_2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g3532f75331e_0_4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5" name="Google Shape;2245;g3532f75331e_0_4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g3532f75331e_0_4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6" name="Google Shape;2256;g3532f75331e_0_4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3" name="Shape 2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Google Shape;2264;g3532f75331e_0_4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5" name="Google Shape;2265;g3532f75331e_0_4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g3532f75331e_0_4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0" name="Google Shape;2290;g3532f75331e_0_4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3532f75331e_0_4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4" name="Google Shape;2304;g3532f75331e_0_4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g3532f75331e_0_4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0" name="Google Shape;2320;g3532f75331e_0_4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0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g3532f75331e_0_4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2" name="Google Shape;2332;g3532f75331e_0_4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g3532f75331e_0_4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6" name="Google Shape;2346;g3532f75331e_0_4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4" name="Shape 2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" name="Google Shape;2355;g3532f75331e_0_4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6" name="Google Shape;2356;g3532f75331e_0_4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g3532f75331e_0_4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7" name="Google Shape;2367;g3532f75331e_0_4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6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g3532f75331e_0_4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8" name="Google Shape;2378;g3532f75331e_0_4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g3532f75331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8" name="Google Shape;2418;g3532f75331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19" name="Google Shape;19;p3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3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1" name="Google Shape;21;p3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24" name="Google Shape;24;p3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9" name="Google Shape;29;p4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0" name="Google Shape;30;p4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2" name="Google Shape;32;p4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7" name="Google Shape;37;p4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8" name="Google Shape;38;p4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" name="Google Shape;39;p4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0" name="Google Shape;40;p4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1" name="Google Shape;41;p4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2" name="Google Shape;42;p4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" name="Google Shape;57;p5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8" name="Google Shape;58;p5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" name="Google Shape;59;p5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0" name="Google Shape;60;p5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1" name="Google Shape;61;p5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7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78" name="Google Shape;78;p7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79" name="Google Shape;79;p7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0" name="Google Shape;80;p7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1" name="Google Shape;81;p7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2" name="Google Shape;82;p7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92" name="Google Shape;92;p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9"/>
          <p:cNvPicPr preferRelativeResize="0"/>
          <p:nvPr/>
        </p:nvPicPr>
        <p:blipFill rotWithShape="1">
          <a:blip r:embed="rId2">
            <a:alphaModFix amt="10000"/>
          </a:blip>
          <a:srcRect b="720" l="1068" r="19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97" name="Google Shape;97;p9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4" name="Google Shape;104;p10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5" name="Google Shape;105;p10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09" name="Google Shape;109;p11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10" name="Google Shape;110;p11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11" name="Google Shape;111;p11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8" name="Google Shape;118;p12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19" name="Google Shape;119;p12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6" name="Google Shape;126;p13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4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6" name="Google Shape;136;p14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7" name="Google Shape;137;p14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" name="Google Shape;138;p14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15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2" name="Google Shape;142;p15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3" name="Google Shape;143;p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5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8" name="Google Shape;148;p15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9" name="Google Shape;149;p15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0" name="Google Shape;150;p15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5" name="Google Shape;155;p16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6" name="Google Shape;156;p16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7" name="Google Shape;157;p16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6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17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4" name="Google Shape;174;p17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5" name="Google Shape;175;p17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6" name="Google Shape;176;p17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3" name="Google Shape;183;p18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184" name="Google Shape;184;p18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5" name="Google Shape;185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8" name="Google Shape;188;p19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89" name="Google Shape;189;p19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0" name="Google Shape;190;p19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1" name="Google Shape;191;p19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2" name="Google Shape;192;p19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3" name="Google Shape;193;p19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4" name="Google Shape;194;p19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5" name="Google Shape;195;p19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7" name="Google Shape;197;p19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1" name="Google Shape;201;p19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05" name="Google Shape;205;p20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" name="Google Shape;213;p21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5" name="Google Shape;215;p21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16" name="Google Shape;216;p21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17" name="Google Shape;217;p21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18" name="Google Shape;218;p21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19" name="Google Shape;219;p21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20" name="Google Shape;220;p21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21" name="Google Shape;221;p21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3" name="Google Shape;223;p21"/>
          <p:cNvCxnSpPr>
            <a:stCxn id="221" idx="1"/>
            <a:endCxn id="221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1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8" name="Google Shape;228;p21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9" name="Google Shape;229;p21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21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1" name="Google Shape;231;p21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1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39" name="Google Shape;239;p22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40" name="Google Shape;240;p22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2" name="Google Shape;242;p22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4" name="Google Shape;244;p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50" name="Google Shape;25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9" name="Google Shape;259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69" name="Google Shape;269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0" name="Google Shape;270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3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3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3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3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3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1" name="Google Shape;291;p3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2" name="Google Shape;292;p3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3" name="Google Shape;293;p3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9" name="Google Shape;299;p3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0" name="Google Shape;300;p3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1" name="Google Shape;301;p3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2" name="Google Shape;302;p3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5" name="Google Shape;305;p3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3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9" name="Google Shape;309;p3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3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3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2" name="Google Shape;312;p3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5" name="Google Shape;315;p3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8" name="Google Shape;318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1" name="Google Shape;32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3" name="Google Shape;323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6" name="Google Shape;326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9" name="Google Shape;329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1" name="Google Shape;3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3" name="Google Shape;333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4" name="Google Shape;334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5" name="Google Shape;345;p4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olid with header">
  <p:cSld name="CUSTOM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5" name="Google Shape;355;p45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6" name="Google Shape;356;p45"/>
          <p:cNvSpPr txBox="1"/>
          <p:nvPr>
            <p:ph idx="2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45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8" name="Google Shape;358;p45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9" name="Google Shape;359;p45"/>
          <p:cNvSpPr txBox="1"/>
          <p:nvPr>
            <p:ph idx="4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3168">
          <p15:clr>
            <a:srgbClr val="E46962"/>
          </p15:clr>
        </p15:guide>
        <p15:guide id="3" orient="horz" pos="936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id with header">
  <p:cSld name="CUSTOM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4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362" name="Google Shape;362;p4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" name="Google Shape;363;p4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4" name="Google Shape;364;p4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" name="Google Shape;365;p4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" name="Google Shape;366;p4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7" name="Google Shape;367;p4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8" name="Google Shape;368;p4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9" name="Google Shape;369;p4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0" name="Google Shape;370;p4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" name="Google Shape;371;p4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2" name="Google Shape;372;p4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3" name="Google Shape;373;p4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4" name="Google Shape;374;p4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5" name="Google Shape;375;p4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" name="Google Shape;376;p4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7" name="Google Shape;377;p4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8" name="Google Shape;378;p4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" name="Google Shape;379;p4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0" name="Google Shape;380;p4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" name="Google Shape;381;p4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2" name="Google Shape;382;p4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3" name="Google Shape;383;p4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4" name="Google Shape;384;p4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4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4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7" name="Google Shape;387;p4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" name="Google Shape;388;p4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9" name="Google Shape;389;p4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4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4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" name="Google Shape;392;p4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" name="Google Shape;393;p4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4" name="Google Shape;394;p4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5" name="Google Shape;395;p4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6" name="Google Shape;396;p4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7" name="Google Shape;397;p4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" name="Google Shape;398;p4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" name="Google Shape;399;p4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0" name="Google Shape;400;p4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1" name="Google Shape;401;p4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" name="Google Shape;402;p4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" name="Google Shape;403;p4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" name="Google Shape;404;p4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" name="Google Shape;405;p4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" name="Google Shape;406;p4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" name="Google Shape;407;p4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" name="Google Shape;408;p4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9" name="Google Shape;409;p4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0" name="Google Shape;410;p4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1" name="Google Shape;411;p4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" name="Google Shape;412;p4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4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4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" name="Google Shape;415;p4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6" name="Google Shape;416;p4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7" name="Google Shape;417;p4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8" name="Google Shape;418;p4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9" name="Google Shape;419;p4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" name="Google Shape;420;p4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21" name="Google Shape;421;p4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3" name="Google Shape;423;p46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4" name="Google Shape;424;p46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5" name="Google Shape;425;p46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6" name="Google Shape;426;p46"/>
          <p:cNvSpPr txBox="1"/>
          <p:nvPr>
            <p:ph idx="4" type="subTitle"/>
          </p:nvPr>
        </p:nvSpPr>
        <p:spPr>
          <a:xfrm>
            <a:off x="5767125" y="57270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type="title"/>
          </p:nvPr>
        </p:nvSpPr>
        <p:spPr>
          <a:xfrm>
            <a:off x="208725" y="344175"/>
            <a:ext cx="5340900" cy="18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header">
  <p:cSld name="CUSTOM_1_1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4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30" name="Google Shape;430;p4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" name="Google Shape;431;p4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2" name="Google Shape;432;p4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3" name="Google Shape;433;p4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" name="Google Shape;434;p4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5" name="Google Shape;435;p4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6" name="Google Shape;436;p4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7" name="Google Shape;437;p4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8" name="Google Shape;438;p4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9" name="Google Shape;439;p4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0" name="Google Shape;440;p4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1" name="Google Shape;441;p4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" name="Google Shape;442;p4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3" name="Google Shape;443;p4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" name="Google Shape;444;p4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5" name="Google Shape;445;p4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" name="Google Shape;446;p4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7" name="Google Shape;447;p4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8" name="Google Shape;448;p4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9" name="Google Shape;449;p4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0" name="Google Shape;450;p4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1" name="Google Shape;451;p4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" name="Google Shape;452;p4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" name="Google Shape;453;p4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4" name="Google Shape;454;p4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5" name="Google Shape;455;p4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6" name="Google Shape;456;p4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" name="Google Shape;457;p4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" name="Google Shape;458;p4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" name="Google Shape;459;p4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0" name="Google Shape;460;p4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1" name="Google Shape;461;p4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2" name="Google Shape;462;p4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3" name="Google Shape;463;p4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4" name="Google Shape;464;p4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5" name="Google Shape;465;p4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6" name="Google Shape;466;p4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7" name="Google Shape;467;p4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8" name="Google Shape;468;p4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9" name="Google Shape;469;p4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0" name="Google Shape;470;p4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1" name="Google Shape;471;p4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2" name="Google Shape;472;p4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3" name="Google Shape;473;p4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4" name="Google Shape;474;p4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5" name="Google Shape;475;p4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6" name="Google Shape;476;p4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7" name="Google Shape;477;p4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8" name="Google Shape;478;p4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9" name="Google Shape;479;p4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0" name="Google Shape;480;p4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1" name="Google Shape;481;p4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2" name="Google Shape;482;p4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3" name="Google Shape;483;p4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4" name="Google Shape;484;p4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5" name="Google Shape;485;p4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6" name="Google Shape;486;p4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7" name="Google Shape;487;p4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8" name="Google Shape;488;p4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89" name="Google Shape;489;p4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91" name="Google Shape;491;p47"/>
          <p:cNvSpPr txBox="1"/>
          <p:nvPr>
            <p:ph type="title"/>
          </p:nvPr>
        </p:nvSpPr>
        <p:spPr>
          <a:xfrm>
            <a:off x="1579100" y="491225"/>
            <a:ext cx="49662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2" name="Google Shape;492;p47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93" name="Google Shape;493;p47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94" name="Google Shape;494;p47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orient="horz" pos="720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header">
  <p:cSld name="CUSTOM_1_1_1_1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4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97" name="Google Shape;497;p4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8" name="Google Shape;498;p4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9" name="Google Shape;499;p4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0" name="Google Shape;500;p4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1" name="Google Shape;501;p4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2" name="Google Shape;502;p4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3" name="Google Shape;503;p4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4" name="Google Shape;504;p4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5" name="Google Shape;505;p4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6" name="Google Shape;506;p4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7" name="Google Shape;507;p4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8" name="Google Shape;508;p4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9" name="Google Shape;509;p4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0" name="Google Shape;510;p4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1" name="Google Shape;511;p4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2" name="Google Shape;512;p4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3" name="Google Shape;513;p4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4" name="Google Shape;514;p4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5" name="Google Shape;515;p4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6" name="Google Shape;516;p4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7" name="Google Shape;517;p4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8" name="Google Shape;518;p4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9" name="Google Shape;519;p4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0" name="Google Shape;520;p4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1" name="Google Shape;521;p4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2" name="Google Shape;522;p4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3" name="Google Shape;523;p4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4" name="Google Shape;524;p4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5" name="Google Shape;525;p4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6" name="Google Shape;526;p4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7" name="Google Shape;527;p4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8" name="Google Shape;528;p4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9" name="Google Shape;529;p4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0" name="Google Shape;530;p4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1" name="Google Shape;531;p4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2" name="Google Shape;532;p4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3" name="Google Shape;533;p4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4" name="Google Shape;534;p4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5" name="Google Shape;535;p4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6" name="Google Shape;536;p4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7" name="Google Shape;537;p4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8" name="Google Shape;538;p4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9" name="Google Shape;539;p4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0" name="Google Shape;540;p4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1" name="Google Shape;541;p4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2" name="Google Shape;542;p4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3" name="Google Shape;543;p4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4" name="Google Shape;544;p4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5" name="Google Shape;545;p4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6" name="Google Shape;546;p4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7" name="Google Shape;547;p4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8" name="Google Shape;548;p4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9" name="Google Shape;549;p4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0" name="Google Shape;550;p4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1" name="Google Shape;551;p4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2" name="Google Shape;552;p4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3" name="Google Shape;553;p4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4" name="Google Shape;554;p4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5" name="Google Shape;555;p4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56" name="Google Shape;556;p4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8" name="Google Shape;558;p48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59" name="Google Shape;559;p48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60" name="Google Shape;560;p48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1" name="Google Shape;561;p48"/>
          <p:cNvSpPr txBox="1"/>
          <p:nvPr>
            <p:ph idx="4" type="subTitle"/>
          </p:nvPr>
        </p:nvSpPr>
        <p:spPr>
          <a:xfrm>
            <a:off x="516425" y="2548200"/>
            <a:ext cx="37362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2" name="Google Shape;562;p48"/>
          <p:cNvSpPr txBox="1"/>
          <p:nvPr>
            <p:ph idx="5" type="subTitle"/>
          </p:nvPr>
        </p:nvSpPr>
        <p:spPr>
          <a:xfrm>
            <a:off x="5128850" y="2548200"/>
            <a:ext cx="36795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3" name="Google Shape;563;p48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_1_1_1_1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4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566" name="Google Shape;566;p4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7" name="Google Shape;567;p4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8" name="Google Shape;568;p4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9" name="Google Shape;569;p4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0" name="Google Shape;570;p4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1" name="Google Shape;571;p4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2" name="Google Shape;572;p4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3" name="Google Shape;573;p4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4" name="Google Shape;574;p4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5" name="Google Shape;575;p4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6" name="Google Shape;576;p4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7" name="Google Shape;577;p4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8" name="Google Shape;578;p4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9" name="Google Shape;579;p4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0" name="Google Shape;580;p4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1" name="Google Shape;581;p4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2" name="Google Shape;582;p4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3" name="Google Shape;583;p4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4" name="Google Shape;584;p4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5" name="Google Shape;585;p4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6" name="Google Shape;586;p4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7" name="Google Shape;587;p4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8" name="Google Shape;588;p4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9" name="Google Shape;589;p4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0" name="Google Shape;590;p4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1" name="Google Shape;591;p4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2" name="Google Shape;592;p4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3" name="Google Shape;593;p4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4" name="Google Shape;594;p4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5" name="Google Shape;595;p4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6" name="Google Shape;596;p4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7" name="Google Shape;597;p4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8" name="Google Shape;598;p4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9" name="Google Shape;599;p4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0" name="Google Shape;600;p4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1" name="Google Shape;601;p4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2" name="Google Shape;602;p4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3" name="Google Shape;603;p4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4" name="Google Shape;604;p4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5" name="Google Shape;605;p4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6" name="Google Shape;606;p4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7" name="Google Shape;607;p4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8" name="Google Shape;608;p4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9" name="Google Shape;609;p4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0" name="Google Shape;610;p4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1" name="Google Shape;611;p4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2" name="Google Shape;612;p4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3" name="Google Shape;613;p4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4" name="Google Shape;614;p4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5" name="Google Shape;615;p4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6" name="Google Shape;616;p4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7" name="Google Shape;617;p4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8" name="Google Shape;618;p4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9" name="Google Shape;619;p4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0" name="Google Shape;620;p4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1" name="Google Shape;621;p4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2" name="Google Shape;622;p4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3" name="Google Shape;623;p4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4" name="Google Shape;624;p4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25" name="Google Shape;625;p4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4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27" name="Google Shape;627;p49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28" name="Google Shape;628;p49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29" name="Google Shape;629;p49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0" name="Google Shape;630;p49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boxes with header">
  <p:cSld name="CUSTOM_1_1_1_1_1_1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2" name="Google Shape;632;p5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33" name="Google Shape;633;p5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4" name="Google Shape;634;p5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5" name="Google Shape;635;p5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6" name="Google Shape;636;p5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7" name="Google Shape;637;p5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8" name="Google Shape;638;p5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9" name="Google Shape;639;p5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0" name="Google Shape;640;p5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1" name="Google Shape;641;p5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2" name="Google Shape;642;p5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3" name="Google Shape;643;p5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4" name="Google Shape;644;p5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5" name="Google Shape;645;p5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6" name="Google Shape;646;p5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7" name="Google Shape;647;p5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8" name="Google Shape;648;p5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9" name="Google Shape;649;p5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0" name="Google Shape;650;p5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1" name="Google Shape;651;p5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2" name="Google Shape;652;p5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3" name="Google Shape;653;p5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4" name="Google Shape;654;p5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5" name="Google Shape;655;p5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6" name="Google Shape;656;p5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7" name="Google Shape;657;p5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8" name="Google Shape;658;p5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9" name="Google Shape;659;p5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0" name="Google Shape;660;p5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1" name="Google Shape;661;p5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2" name="Google Shape;662;p5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3" name="Google Shape;663;p5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4" name="Google Shape;664;p5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5" name="Google Shape;665;p5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6" name="Google Shape;666;p5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7" name="Google Shape;667;p5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8" name="Google Shape;668;p5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9" name="Google Shape;669;p5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0" name="Google Shape;670;p5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1" name="Google Shape;671;p5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2" name="Google Shape;672;p5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3" name="Google Shape;673;p5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4" name="Google Shape;674;p5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5" name="Google Shape;675;p5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6" name="Google Shape;676;p5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7" name="Google Shape;677;p5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8" name="Google Shape;678;p5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9" name="Google Shape;679;p5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0" name="Google Shape;680;p5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1" name="Google Shape;681;p5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2" name="Google Shape;682;p5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3" name="Google Shape;683;p5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4" name="Google Shape;684;p5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5" name="Google Shape;685;p5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6" name="Google Shape;686;p5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7" name="Google Shape;687;p5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8" name="Google Shape;688;p5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9" name="Google Shape;689;p5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0" name="Google Shape;690;p5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1" name="Google Shape;691;p5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92" name="Google Shape;692;p5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4" name="Google Shape;694;p50"/>
          <p:cNvSpPr txBox="1"/>
          <p:nvPr>
            <p:ph type="title"/>
          </p:nvPr>
        </p:nvSpPr>
        <p:spPr>
          <a:xfrm>
            <a:off x="209775" y="468575"/>
            <a:ext cx="5016000" cy="1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5" name="Google Shape;695;p50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0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7" name="Google Shape;697;p50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oxes with header">
  <p:cSld name="CUSTOM_1_1_1_1_1_1_1_1"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9" name="Google Shape;699;p5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700" name="Google Shape;700;p5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1" name="Google Shape;701;p5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2" name="Google Shape;702;p5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3" name="Google Shape;703;p5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4" name="Google Shape;704;p5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5" name="Google Shape;705;p5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6" name="Google Shape;706;p5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7" name="Google Shape;707;p5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8" name="Google Shape;708;p5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9" name="Google Shape;709;p5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0" name="Google Shape;710;p5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1" name="Google Shape;711;p5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2" name="Google Shape;712;p5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3" name="Google Shape;713;p5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4" name="Google Shape;714;p5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5" name="Google Shape;715;p5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6" name="Google Shape;716;p5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7" name="Google Shape;717;p5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8" name="Google Shape;718;p5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9" name="Google Shape;719;p5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0" name="Google Shape;720;p5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1" name="Google Shape;721;p5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2" name="Google Shape;722;p5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3" name="Google Shape;723;p5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4" name="Google Shape;724;p5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5" name="Google Shape;725;p5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6" name="Google Shape;726;p5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7" name="Google Shape;727;p5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8" name="Google Shape;728;p5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9" name="Google Shape;729;p5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0" name="Google Shape;730;p5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1" name="Google Shape;731;p5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2" name="Google Shape;732;p5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3" name="Google Shape;733;p5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4" name="Google Shape;734;p5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5" name="Google Shape;735;p5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6" name="Google Shape;736;p5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7" name="Google Shape;737;p5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8" name="Google Shape;738;p5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9" name="Google Shape;739;p5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0" name="Google Shape;740;p5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1" name="Google Shape;741;p5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2" name="Google Shape;742;p5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3" name="Google Shape;743;p5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4" name="Google Shape;744;p5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5" name="Google Shape;745;p5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6" name="Google Shape;746;p5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7" name="Google Shape;747;p5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8" name="Google Shape;748;p5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9" name="Google Shape;749;p5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0" name="Google Shape;750;p5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1" name="Google Shape;751;p5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2" name="Google Shape;752;p5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3" name="Google Shape;753;p5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4" name="Google Shape;754;p5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5" name="Google Shape;755;p5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6" name="Google Shape;756;p5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7" name="Google Shape;757;p5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8" name="Google Shape;758;p5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59" name="Google Shape;759;p51"/>
          <p:cNvSpPr txBox="1"/>
          <p:nvPr>
            <p:ph type="title"/>
          </p:nvPr>
        </p:nvSpPr>
        <p:spPr>
          <a:xfrm>
            <a:off x="209775" y="468575"/>
            <a:ext cx="50160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0" name="Google Shape;760;p5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61" name="Google Shape;761;p51"/>
          <p:cNvSpPr txBox="1"/>
          <p:nvPr/>
        </p:nvSpPr>
        <p:spPr>
          <a:xfrm>
            <a:off x="0" y="-39600"/>
            <a:ext cx="2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▶ </a:t>
            </a:r>
            <a:endParaRPr b="1"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2" name="Google Shape;762;p5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51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4" name="Google Shape;764;p51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51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6" name="Google Shape;766;p5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_1_1_1_1_1_1_1_1_1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8" name="Google Shape;768;p5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769" name="Google Shape;769;p5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0" name="Google Shape;770;p5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1" name="Google Shape;771;p5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2" name="Google Shape;772;p5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3" name="Google Shape;773;p5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4" name="Google Shape;774;p5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5" name="Google Shape;775;p5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6" name="Google Shape;776;p5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7" name="Google Shape;777;p5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8" name="Google Shape;778;p5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9" name="Google Shape;779;p5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0" name="Google Shape;780;p5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1" name="Google Shape;781;p5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2" name="Google Shape;782;p5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3" name="Google Shape;783;p5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4" name="Google Shape;784;p5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5" name="Google Shape;785;p5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6" name="Google Shape;786;p5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7" name="Google Shape;787;p5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8" name="Google Shape;788;p5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9" name="Google Shape;789;p5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0" name="Google Shape;790;p5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1" name="Google Shape;791;p5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2" name="Google Shape;792;p5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3" name="Google Shape;793;p5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4" name="Google Shape;794;p5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5" name="Google Shape;795;p5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6" name="Google Shape;796;p5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7" name="Google Shape;797;p5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8" name="Google Shape;798;p5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9" name="Google Shape;799;p5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0" name="Google Shape;800;p5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1" name="Google Shape;801;p5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2" name="Google Shape;802;p5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3" name="Google Shape;803;p5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4" name="Google Shape;804;p5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5" name="Google Shape;805;p5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6" name="Google Shape;806;p5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7" name="Google Shape;807;p5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8" name="Google Shape;808;p5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9" name="Google Shape;809;p5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0" name="Google Shape;810;p5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1" name="Google Shape;811;p5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2" name="Google Shape;812;p5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3" name="Google Shape;813;p5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4" name="Google Shape;814;p5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5" name="Google Shape;815;p5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6" name="Google Shape;816;p5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7" name="Google Shape;817;p5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8" name="Google Shape;818;p5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9" name="Google Shape;819;p5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0" name="Google Shape;820;p5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1" name="Google Shape;821;p5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2" name="Google Shape;822;p5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3" name="Google Shape;823;p5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4" name="Google Shape;824;p5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5" name="Google Shape;825;p5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6" name="Google Shape;826;p5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7" name="Google Shape;827;p5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28" name="Google Shape;828;p5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29" name="Google Shape;829;p5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52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1" name="Google Shape;831;p52"/>
          <p:cNvSpPr txBox="1"/>
          <p:nvPr>
            <p:ph idx="1" type="subTitle"/>
          </p:nvPr>
        </p:nvSpPr>
        <p:spPr>
          <a:xfrm>
            <a:off x="5767125" y="425525"/>
            <a:ext cx="3238500" cy="3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2" name="Google Shape;832;p5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_1_1_1_1_1_1_1_1_1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oogle Shape;834;p5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35" name="Google Shape;835;p5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6" name="Google Shape;836;p5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7" name="Google Shape;837;p5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8" name="Google Shape;838;p5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9" name="Google Shape;839;p5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0" name="Google Shape;840;p5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1" name="Google Shape;841;p5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2" name="Google Shape;842;p5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3" name="Google Shape;843;p5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4" name="Google Shape;844;p5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5" name="Google Shape;845;p5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6" name="Google Shape;846;p5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7" name="Google Shape;847;p5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8" name="Google Shape;848;p5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9" name="Google Shape;849;p5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0" name="Google Shape;850;p5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1" name="Google Shape;851;p5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2" name="Google Shape;852;p5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3" name="Google Shape;853;p5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4" name="Google Shape;854;p5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5" name="Google Shape;855;p5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6" name="Google Shape;856;p5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7" name="Google Shape;857;p5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8" name="Google Shape;858;p5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9" name="Google Shape;859;p5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0" name="Google Shape;860;p5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1" name="Google Shape;861;p5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2" name="Google Shape;862;p5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3" name="Google Shape;863;p5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4" name="Google Shape;864;p5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5" name="Google Shape;865;p5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6" name="Google Shape;866;p5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7" name="Google Shape;867;p5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8" name="Google Shape;868;p5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9" name="Google Shape;869;p5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0" name="Google Shape;870;p5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1" name="Google Shape;871;p5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2" name="Google Shape;872;p5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3" name="Google Shape;873;p5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4" name="Google Shape;874;p5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5" name="Google Shape;875;p5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6" name="Google Shape;876;p5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7" name="Google Shape;877;p5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8" name="Google Shape;878;p5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9" name="Google Shape;879;p5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0" name="Google Shape;880;p5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1" name="Google Shape;881;p5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2" name="Google Shape;882;p5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3" name="Google Shape;883;p5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4" name="Google Shape;884;p5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5" name="Google Shape;885;p5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6" name="Google Shape;886;p5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7" name="Google Shape;887;p5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8" name="Google Shape;888;p5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9" name="Google Shape;889;p5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0" name="Google Shape;890;p5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1" name="Google Shape;891;p5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2" name="Google Shape;892;p5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3" name="Google Shape;893;p5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94" name="Google Shape;894;p5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95" name="Google Shape;895;p5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53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7" name="Google Shape;897;p5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1_1_1_1_1_1_1_1_1_2"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9" name="Google Shape;899;p5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900" name="Google Shape;900;p5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1" name="Google Shape;901;p5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2" name="Google Shape;902;p5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3" name="Google Shape;903;p5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4" name="Google Shape;904;p5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5" name="Google Shape;905;p5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6" name="Google Shape;906;p5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7" name="Google Shape;907;p5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8" name="Google Shape;908;p5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9" name="Google Shape;909;p5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0" name="Google Shape;910;p5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1" name="Google Shape;911;p5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2" name="Google Shape;912;p5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3" name="Google Shape;913;p5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4" name="Google Shape;914;p5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5" name="Google Shape;915;p5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6" name="Google Shape;916;p5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7" name="Google Shape;917;p5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8" name="Google Shape;918;p5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9" name="Google Shape;919;p5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0" name="Google Shape;920;p5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1" name="Google Shape;921;p5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2" name="Google Shape;922;p5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3" name="Google Shape;923;p5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4" name="Google Shape;924;p5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5" name="Google Shape;925;p5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6" name="Google Shape;926;p5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7" name="Google Shape;927;p5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8" name="Google Shape;928;p5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9" name="Google Shape;929;p5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0" name="Google Shape;930;p5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1" name="Google Shape;931;p5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2" name="Google Shape;932;p5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3" name="Google Shape;933;p5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4" name="Google Shape;934;p5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5" name="Google Shape;935;p5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6" name="Google Shape;936;p5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7" name="Google Shape;937;p5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8" name="Google Shape;938;p5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9" name="Google Shape;939;p5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0" name="Google Shape;940;p5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1" name="Google Shape;941;p5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2" name="Google Shape;942;p5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3" name="Google Shape;943;p5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4" name="Google Shape;944;p5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5" name="Google Shape;945;p5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6" name="Google Shape;946;p5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7" name="Google Shape;947;p5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8" name="Google Shape;948;p5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9" name="Google Shape;949;p5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0" name="Google Shape;950;p5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1" name="Google Shape;951;p5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2" name="Google Shape;952;p5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3" name="Google Shape;953;p5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4" name="Google Shape;954;p5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5" name="Google Shape;955;p5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6" name="Google Shape;956;p5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7" name="Google Shape;957;p5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8" name="Google Shape;958;p5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59" name="Google Shape;959;p5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960" name="Google Shape;960;p5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54"/>
          <p:cNvSpPr txBox="1"/>
          <p:nvPr>
            <p:ph type="title"/>
          </p:nvPr>
        </p:nvSpPr>
        <p:spPr>
          <a:xfrm>
            <a:off x="208725" y="344175"/>
            <a:ext cx="7640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2" name="Google Shape;962;p54"/>
          <p:cNvSpPr txBox="1"/>
          <p:nvPr>
            <p:ph idx="1" type="body"/>
          </p:nvPr>
        </p:nvSpPr>
        <p:spPr>
          <a:xfrm>
            <a:off x="208725" y="2320375"/>
            <a:ext cx="7353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63" name="Google Shape;963;p5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_1_1_1_2_1"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5" name="Google Shape;965;p5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966" name="Google Shape;966;p5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7" name="Google Shape;967;p5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8" name="Google Shape;968;p5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9" name="Google Shape;969;p5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0" name="Google Shape;970;p5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1" name="Google Shape;971;p5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2" name="Google Shape;972;p5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3" name="Google Shape;973;p5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4" name="Google Shape;974;p5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5" name="Google Shape;975;p5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6" name="Google Shape;976;p5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7" name="Google Shape;977;p5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8" name="Google Shape;978;p5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9" name="Google Shape;979;p5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0" name="Google Shape;980;p5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1" name="Google Shape;981;p5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2" name="Google Shape;982;p5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3" name="Google Shape;983;p5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4" name="Google Shape;984;p5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5" name="Google Shape;985;p5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6" name="Google Shape;986;p5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7" name="Google Shape;987;p5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8" name="Google Shape;988;p5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9" name="Google Shape;989;p5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0" name="Google Shape;990;p5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1" name="Google Shape;991;p5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2" name="Google Shape;992;p5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3" name="Google Shape;993;p5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4" name="Google Shape;994;p5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5" name="Google Shape;995;p5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6" name="Google Shape;996;p5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7" name="Google Shape;997;p5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8" name="Google Shape;998;p5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9" name="Google Shape;999;p5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0" name="Google Shape;1000;p5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1" name="Google Shape;1001;p5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2" name="Google Shape;1002;p5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3" name="Google Shape;1003;p5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4" name="Google Shape;1004;p5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5" name="Google Shape;1005;p5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6" name="Google Shape;1006;p5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7" name="Google Shape;1007;p5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8" name="Google Shape;1008;p5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9" name="Google Shape;1009;p5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0" name="Google Shape;1010;p5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1" name="Google Shape;1011;p5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2" name="Google Shape;1012;p5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3" name="Google Shape;1013;p5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4" name="Google Shape;1014;p5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5" name="Google Shape;1015;p5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6" name="Google Shape;1016;p5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7" name="Google Shape;1017;p5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8" name="Google Shape;1018;p5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9" name="Google Shape;1019;p5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0" name="Google Shape;1020;p5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1" name="Google Shape;1021;p5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2" name="Google Shape;1022;p5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3" name="Google Shape;1023;p5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4" name="Google Shape;1024;p5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25" name="Google Shape;1025;p5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26" name="Google Shape;1026;p5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55"/>
          <p:cNvSpPr txBox="1"/>
          <p:nvPr>
            <p:ph type="title"/>
          </p:nvPr>
        </p:nvSpPr>
        <p:spPr>
          <a:xfrm>
            <a:off x="208725" y="344175"/>
            <a:ext cx="741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8" name="Google Shape;1028;p55"/>
          <p:cNvSpPr txBox="1"/>
          <p:nvPr>
            <p:ph idx="1" type="body"/>
          </p:nvPr>
        </p:nvSpPr>
        <p:spPr>
          <a:xfrm>
            <a:off x="208725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29" name="Google Shape;1029;p55"/>
          <p:cNvSpPr txBox="1"/>
          <p:nvPr>
            <p:ph idx="2" type="body"/>
          </p:nvPr>
        </p:nvSpPr>
        <p:spPr>
          <a:xfrm>
            <a:off x="4684150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30" name="Google Shape;1030;p5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_1_1_1_1_1_1_1_1_1_2_1_1"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2" name="Google Shape;1032;p5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33" name="Google Shape;1033;p5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4" name="Google Shape;1034;p5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5" name="Google Shape;1035;p5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6" name="Google Shape;1036;p5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7" name="Google Shape;1037;p5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8" name="Google Shape;1038;p5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9" name="Google Shape;1039;p5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0" name="Google Shape;1040;p5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1" name="Google Shape;1041;p5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2" name="Google Shape;1042;p5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3" name="Google Shape;1043;p5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4" name="Google Shape;1044;p5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5" name="Google Shape;1045;p5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6" name="Google Shape;1046;p5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7" name="Google Shape;1047;p5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8" name="Google Shape;1048;p5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9" name="Google Shape;1049;p5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0" name="Google Shape;1050;p5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1" name="Google Shape;1051;p5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2" name="Google Shape;1052;p5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3" name="Google Shape;1053;p5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4" name="Google Shape;1054;p5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5" name="Google Shape;1055;p5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6" name="Google Shape;1056;p5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7" name="Google Shape;1057;p5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8" name="Google Shape;1058;p5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9" name="Google Shape;1059;p5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0" name="Google Shape;1060;p5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1" name="Google Shape;1061;p5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2" name="Google Shape;1062;p5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3" name="Google Shape;1063;p5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4" name="Google Shape;1064;p5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5" name="Google Shape;1065;p5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6" name="Google Shape;1066;p5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7" name="Google Shape;1067;p5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8" name="Google Shape;1068;p5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9" name="Google Shape;1069;p5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0" name="Google Shape;1070;p5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1" name="Google Shape;1071;p5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2" name="Google Shape;1072;p5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3" name="Google Shape;1073;p5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4" name="Google Shape;1074;p5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5" name="Google Shape;1075;p5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6" name="Google Shape;1076;p5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7" name="Google Shape;1077;p5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8" name="Google Shape;1078;p5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9" name="Google Shape;1079;p5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0" name="Google Shape;1080;p5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1" name="Google Shape;1081;p5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2" name="Google Shape;1082;p5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3" name="Google Shape;1083;p5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4" name="Google Shape;1084;p5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5" name="Google Shape;1085;p5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6" name="Google Shape;1086;p5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7" name="Google Shape;1087;p5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8" name="Google Shape;1088;p5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9" name="Google Shape;1089;p5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0" name="Google Shape;1090;p5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1" name="Google Shape;1091;p5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92" name="Google Shape;1092;p5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93" name="Google Shape;1093;p5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56"/>
          <p:cNvSpPr txBox="1"/>
          <p:nvPr>
            <p:ph type="title"/>
          </p:nvPr>
        </p:nvSpPr>
        <p:spPr>
          <a:xfrm>
            <a:off x="208725" y="344175"/>
            <a:ext cx="76011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5" name="Google Shape;1095;p5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1_1_1_1_1_1_1_1_1_1_2_1_1_1"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7" name="Google Shape;1097;p5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98" name="Google Shape;1098;p5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9" name="Google Shape;1099;p5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0" name="Google Shape;1100;p5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1" name="Google Shape;1101;p5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2" name="Google Shape;1102;p5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3" name="Google Shape;1103;p5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4" name="Google Shape;1104;p5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5" name="Google Shape;1105;p5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6" name="Google Shape;1106;p5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7" name="Google Shape;1107;p5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8" name="Google Shape;1108;p5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9" name="Google Shape;1109;p5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0" name="Google Shape;1110;p5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1" name="Google Shape;1111;p5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2" name="Google Shape;1112;p5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3" name="Google Shape;1113;p5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4" name="Google Shape;1114;p5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5" name="Google Shape;1115;p5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6" name="Google Shape;1116;p5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7" name="Google Shape;1117;p5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8" name="Google Shape;1118;p5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9" name="Google Shape;1119;p5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0" name="Google Shape;1120;p5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1" name="Google Shape;1121;p5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2" name="Google Shape;1122;p5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3" name="Google Shape;1123;p5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4" name="Google Shape;1124;p5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5" name="Google Shape;1125;p5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6" name="Google Shape;1126;p5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7" name="Google Shape;1127;p5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8" name="Google Shape;1128;p5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9" name="Google Shape;1129;p5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0" name="Google Shape;1130;p5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1" name="Google Shape;1131;p5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2" name="Google Shape;1132;p5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3" name="Google Shape;1133;p5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4" name="Google Shape;1134;p5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5" name="Google Shape;1135;p5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6" name="Google Shape;1136;p5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7" name="Google Shape;1137;p5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8" name="Google Shape;1138;p5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9" name="Google Shape;1139;p5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0" name="Google Shape;1140;p5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1" name="Google Shape;1141;p5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2" name="Google Shape;1142;p5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3" name="Google Shape;1143;p5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4" name="Google Shape;1144;p5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5" name="Google Shape;1145;p5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6" name="Google Shape;1146;p5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7" name="Google Shape;1147;p5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8" name="Google Shape;1148;p5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9" name="Google Shape;1149;p5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0" name="Google Shape;1150;p5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1" name="Google Shape;1151;p5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2" name="Google Shape;1152;p5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3" name="Google Shape;1153;p5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4" name="Google Shape;1154;p5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5" name="Google Shape;1155;p5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6" name="Google Shape;1156;p5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57" name="Google Shape;1157;p5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58" name="Google Shape;1158;p5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57"/>
          <p:cNvSpPr txBox="1"/>
          <p:nvPr>
            <p:ph type="title"/>
          </p:nvPr>
        </p:nvSpPr>
        <p:spPr>
          <a:xfrm>
            <a:off x="208725" y="344175"/>
            <a:ext cx="555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0" name="Google Shape;1160;p57"/>
          <p:cNvSpPr txBox="1"/>
          <p:nvPr>
            <p:ph idx="1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1" name="Google Shape;1161;p57"/>
          <p:cNvSpPr txBox="1"/>
          <p:nvPr>
            <p:ph idx="2" type="body"/>
          </p:nvPr>
        </p:nvSpPr>
        <p:spPr>
          <a:xfrm>
            <a:off x="208725" y="3050325"/>
            <a:ext cx="6666600" cy="18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62" name="Google Shape;1162;p5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1_1_1_1_1_1_1_1_1_2_1_1_1_1"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4" name="Google Shape;1164;p5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165" name="Google Shape;1165;p5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6" name="Google Shape;1166;p5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7" name="Google Shape;1167;p5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8" name="Google Shape;1168;p5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9" name="Google Shape;1169;p5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0" name="Google Shape;1170;p5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1" name="Google Shape;1171;p5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2" name="Google Shape;1172;p5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3" name="Google Shape;1173;p5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4" name="Google Shape;1174;p5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5" name="Google Shape;1175;p5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6" name="Google Shape;1176;p5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7" name="Google Shape;1177;p5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8" name="Google Shape;1178;p5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9" name="Google Shape;1179;p5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0" name="Google Shape;1180;p5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1" name="Google Shape;1181;p5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2" name="Google Shape;1182;p5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3" name="Google Shape;1183;p5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4" name="Google Shape;1184;p5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5" name="Google Shape;1185;p5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6" name="Google Shape;1186;p5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7" name="Google Shape;1187;p5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8" name="Google Shape;1188;p5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9" name="Google Shape;1189;p5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0" name="Google Shape;1190;p5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1" name="Google Shape;1191;p5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2" name="Google Shape;1192;p5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3" name="Google Shape;1193;p5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4" name="Google Shape;1194;p5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5" name="Google Shape;1195;p5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6" name="Google Shape;1196;p5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7" name="Google Shape;1197;p5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8" name="Google Shape;1198;p5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9" name="Google Shape;1199;p5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0" name="Google Shape;1200;p5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1" name="Google Shape;1201;p5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2" name="Google Shape;1202;p5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3" name="Google Shape;1203;p5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4" name="Google Shape;1204;p5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5" name="Google Shape;1205;p5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6" name="Google Shape;1206;p5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7" name="Google Shape;1207;p5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8" name="Google Shape;1208;p5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9" name="Google Shape;1209;p5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0" name="Google Shape;1210;p5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1" name="Google Shape;1211;p5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2" name="Google Shape;1212;p5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3" name="Google Shape;1213;p5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4" name="Google Shape;1214;p5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5" name="Google Shape;1215;p5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6" name="Google Shape;1216;p5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7" name="Google Shape;1217;p5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8" name="Google Shape;1218;p5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9" name="Google Shape;1219;p5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0" name="Google Shape;1220;p5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1" name="Google Shape;1221;p5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2" name="Google Shape;1222;p5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3" name="Google Shape;1223;p5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24" name="Google Shape;1224;p5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225" name="Google Shape;1225;p5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58"/>
          <p:cNvSpPr txBox="1"/>
          <p:nvPr>
            <p:ph type="title"/>
          </p:nvPr>
        </p:nvSpPr>
        <p:spPr>
          <a:xfrm>
            <a:off x="836250" y="1569150"/>
            <a:ext cx="74715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7" name="Google Shape;1227;p5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5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0" name="Google Shape;1230;p5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31" name="Google Shape;123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6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6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35" name="Google Shape;1235;p6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36" name="Google Shape;1236;p6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37" name="Google Shape;1237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1_1_1_1_1_1_1_1_1_2_1_1_1_1_1"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9" name="Google Shape;1239;p6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240" name="Google Shape;1240;p6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1" name="Google Shape;1241;p6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2" name="Google Shape;1242;p6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3" name="Google Shape;1243;p6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4" name="Google Shape;1244;p6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5" name="Google Shape;1245;p6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6" name="Google Shape;1246;p6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7" name="Google Shape;1247;p6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8" name="Google Shape;1248;p6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9" name="Google Shape;1249;p6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0" name="Google Shape;1250;p6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1" name="Google Shape;1251;p6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2" name="Google Shape;1252;p6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3" name="Google Shape;1253;p6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4" name="Google Shape;1254;p6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5" name="Google Shape;1255;p6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6" name="Google Shape;1256;p6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7" name="Google Shape;1257;p6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8" name="Google Shape;1258;p6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9" name="Google Shape;1259;p6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0" name="Google Shape;1260;p6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1" name="Google Shape;1261;p6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2" name="Google Shape;1262;p6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3" name="Google Shape;1263;p6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4" name="Google Shape;1264;p6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5" name="Google Shape;1265;p6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6" name="Google Shape;1266;p6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7" name="Google Shape;1267;p6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8" name="Google Shape;1268;p6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9" name="Google Shape;1269;p6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0" name="Google Shape;1270;p6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1" name="Google Shape;1271;p6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2" name="Google Shape;1272;p6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3" name="Google Shape;1273;p6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4" name="Google Shape;1274;p6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5" name="Google Shape;1275;p6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6" name="Google Shape;1276;p6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7" name="Google Shape;1277;p6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8" name="Google Shape;1278;p6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9" name="Google Shape;1279;p6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0" name="Google Shape;1280;p6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1" name="Google Shape;1281;p6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2" name="Google Shape;1282;p6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3" name="Google Shape;1283;p6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4" name="Google Shape;1284;p6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5" name="Google Shape;1285;p6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6" name="Google Shape;1286;p6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7" name="Google Shape;1287;p6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8" name="Google Shape;1288;p6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9" name="Google Shape;1289;p6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0" name="Google Shape;1290;p6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1" name="Google Shape;1291;p6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2" name="Google Shape;1292;p6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3" name="Google Shape;1293;p6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4" name="Google Shape;1294;p6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5" name="Google Shape;1295;p6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6" name="Google Shape;1296;p6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7" name="Google Shape;1297;p6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8" name="Google Shape;1298;p6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99" name="Google Shape;1299;p6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300" name="Google Shape;1300;p6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61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2" name="Google Shape;1302;p61"/>
          <p:cNvSpPr txBox="1"/>
          <p:nvPr>
            <p:ph idx="1" type="subTitle"/>
          </p:nvPr>
        </p:nvSpPr>
        <p:spPr>
          <a:xfrm>
            <a:off x="208725" y="246495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3" name="Google Shape;1303;p6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1_1_1_1_1_1_1_1_1_1_2_1_1_1_1_1_1"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5" name="Google Shape;1305;p6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06" name="Google Shape;1306;p6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7" name="Google Shape;1307;p6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8" name="Google Shape;1308;p6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9" name="Google Shape;1309;p6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0" name="Google Shape;1310;p6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1" name="Google Shape;1311;p6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2" name="Google Shape;1312;p6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3" name="Google Shape;1313;p6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4" name="Google Shape;1314;p6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5" name="Google Shape;1315;p6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6" name="Google Shape;1316;p6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7" name="Google Shape;1317;p6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8" name="Google Shape;1318;p6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9" name="Google Shape;1319;p6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0" name="Google Shape;1320;p6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1" name="Google Shape;1321;p6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2" name="Google Shape;1322;p6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3" name="Google Shape;1323;p6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4" name="Google Shape;1324;p6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5" name="Google Shape;1325;p6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6" name="Google Shape;1326;p6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7" name="Google Shape;1327;p6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8" name="Google Shape;1328;p6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9" name="Google Shape;1329;p6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0" name="Google Shape;1330;p6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1" name="Google Shape;1331;p6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2" name="Google Shape;1332;p6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3" name="Google Shape;1333;p6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4" name="Google Shape;1334;p6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5" name="Google Shape;1335;p6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6" name="Google Shape;1336;p6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7" name="Google Shape;1337;p6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8" name="Google Shape;1338;p6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9" name="Google Shape;1339;p6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0" name="Google Shape;1340;p6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1" name="Google Shape;1341;p6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2" name="Google Shape;1342;p6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3" name="Google Shape;1343;p6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4" name="Google Shape;1344;p6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5" name="Google Shape;1345;p6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6" name="Google Shape;1346;p6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7" name="Google Shape;1347;p6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8" name="Google Shape;1348;p6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9" name="Google Shape;1349;p6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0" name="Google Shape;1350;p6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1" name="Google Shape;1351;p6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2" name="Google Shape;1352;p6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3" name="Google Shape;1353;p6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4" name="Google Shape;1354;p6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5" name="Google Shape;1355;p6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6" name="Google Shape;1356;p6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7" name="Google Shape;1357;p6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8" name="Google Shape;1358;p6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9" name="Google Shape;1359;p6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0" name="Google Shape;1360;p6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1" name="Google Shape;1361;p6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2" name="Google Shape;1362;p6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3" name="Google Shape;1363;p6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4" name="Google Shape;1364;p6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65" name="Google Shape;1365;p6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366" name="Google Shape;1366;p6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62"/>
          <p:cNvSpPr txBox="1"/>
          <p:nvPr>
            <p:ph idx="1" type="body"/>
          </p:nvPr>
        </p:nvSpPr>
        <p:spPr>
          <a:xfrm>
            <a:off x="1578900" y="11350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8" name="Google Shape;1368;p6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1_1_1_1_1_1_1_1_1_2_1_1_1_1_1_1_1"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0" name="Google Shape;1370;p6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71" name="Google Shape;1371;p6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2" name="Google Shape;1372;p6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3" name="Google Shape;1373;p6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4" name="Google Shape;1374;p6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5" name="Google Shape;1375;p6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6" name="Google Shape;1376;p6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7" name="Google Shape;1377;p6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8" name="Google Shape;1378;p6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9" name="Google Shape;1379;p6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0" name="Google Shape;1380;p6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1" name="Google Shape;1381;p6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2" name="Google Shape;1382;p6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3" name="Google Shape;1383;p6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4" name="Google Shape;1384;p6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5" name="Google Shape;1385;p6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6" name="Google Shape;1386;p6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7" name="Google Shape;1387;p6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8" name="Google Shape;1388;p6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9" name="Google Shape;1389;p6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0" name="Google Shape;1390;p6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1" name="Google Shape;1391;p6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2" name="Google Shape;1392;p6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3" name="Google Shape;1393;p6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4" name="Google Shape;1394;p6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5" name="Google Shape;1395;p6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6" name="Google Shape;1396;p6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7" name="Google Shape;1397;p6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8" name="Google Shape;1398;p6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9" name="Google Shape;1399;p6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0" name="Google Shape;1400;p6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1" name="Google Shape;1401;p6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2" name="Google Shape;1402;p6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3" name="Google Shape;1403;p6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4" name="Google Shape;1404;p6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5" name="Google Shape;1405;p6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6" name="Google Shape;1406;p6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7" name="Google Shape;1407;p6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8" name="Google Shape;1408;p6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9" name="Google Shape;1409;p6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0" name="Google Shape;1410;p6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1" name="Google Shape;1411;p6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2" name="Google Shape;1412;p6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3" name="Google Shape;1413;p6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4" name="Google Shape;1414;p6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5" name="Google Shape;1415;p6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6" name="Google Shape;1416;p6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7" name="Google Shape;1417;p6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8" name="Google Shape;1418;p6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9" name="Google Shape;1419;p6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0" name="Google Shape;1420;p6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1" name="Google Shape;1421;p6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2" name="Google Shape;1422;p6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3" name="Google Shape;1423;p6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4" name="Google Shape;1424;p6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5" name="Google Shape;1425;p6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6" name="Google Shape;1426;p6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7" name="Google Shape;1427;p6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8" name="Google Shape;1428;p6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9" name="Google Shape;1429;p6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30" name="Google Shape;1430;p6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431" name="Google Shape;1431;p6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63"/>
          <p:cNvSpPr txBox="1"/>
          <p:nvPr>
            <p:ph idx="1" type="body"/>
          </p:nvPr>
        </p:nvSpPr>
        <p:spPr>
          <a:xfrm>
            <a:off x="2919350" y="14236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3" name="Google Shape;1433;p63"/>
          <p:cNvSpPr txBox="1"/>
          <p:nvPr>
            <p:ph type="title"/>
          </p:nvPr>
        </p:nvSpPr>
        <p:spPr>
          <a:xfrm>
            <a:off x="221150" y="1423650"/>
            <a:ext cx="2510100" cy="22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4" name="Google Shape;1434;p6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grid">
  <p:cSld name="CUSTOM_1_1_1_1_1_1_1_1_1_1_2_1_1_1_1_1_1_1_1"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6" name="Google Shape;1436;p6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437" name="Google Shape;1437;p6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8" name="Google Shape;1438;p6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9" name="Google Shape;1439;p6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0" name="Google Shape;1440;p6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1" name="Google Shape;1441;p6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2" name="Google Shape;1442;p6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3" name="Google Shape;1443;p6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4" name="Google Shape;1444;p6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5" name="Google Shape;1445;p6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6" name="Google Shape;1446;p6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7" name="Google Shape;1447;p6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8" name="Google Shape;1448;p6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9" name="Google Shape;1449;p6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0" name="Google Shape;1450;p6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1" name="Google Shape;1451;p6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2" name="Google Shape;1452;p6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3" name="Google Shape;1453;p6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4" name="Google Shape;1454;p6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5" name="Google Shape;1455;p6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6" name="Google Shape;1456;p6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7" name="Google Shape;1457;p6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8" name="Google Shape;1458;p6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9" name="Google Shape;1459;p6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0" name="Google Shape;1460;p6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1" name="Google Shape;1461;p6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2" name="Google Shape;1462;p6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3" name="Google Shape;1463;p6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4" name="Google Shape;1464;p6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5" name="Google Shape;1465;p6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6" name="Google Shape;1466;p6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7" name="Google Shape;1467;p6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8" name="Google Shape;1468;p6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9" name="Google Shape;1469;p6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0" name="Google Shape;1470;p6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1" name="Google Shape;1471;p6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2" name="Google Shape;1472;p6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3" name="Google Shape;1473;p6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4" name="Google Shape;1474;p6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5" name="Google Shape;1475;p6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6" name="Google Shape;1476;p6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7" name="Google Shape;1477;p6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8" name="Google Shape;1478;p6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9" name="Google Shape;1479;p6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0" name="Google Shape;1480;p6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1" name="Google Shape;1481;p6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2" name="Google Shape;1482;p6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3" name="Google Shape;1483;p6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4" name="Google Shape;1484;p6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5" name="Google Shape;1485;p6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6" name="Google Shape;1486;p6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7" name="Google Shape;1487;p6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8" name="Google Shape;1488;p6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9" name="Google Shape;1489;p6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0" name="Google Shape;1490;p6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1" name="Google Shape;1491;p6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2" name="Google Shape;1492;p6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3" name="Google Shape;1493;p6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4" name="Google Shape;1494;p6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5" name="Google Shape;1495;p6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96" name="Google Shape;1496;p6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497" name="Google Shape;1497;p6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6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_1_1_1_1_1_1_1_1_1_2_1_1_1_1_1_1_1_1_1"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6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501" name="Google Shape;1501;p6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6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_1_1_1_1_1_1_1_1_1_2_1_1_1_1_1_1_1_1_1_1"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6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05" name="Google Shape;1505;p6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06" name="Google Shape;1506;p6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7" name="Google Shape;1507;p6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8" name="Google Shape;1508;p6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9" name="Google Shape;1509;p6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0" name="Google Shape;1510;p6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1" name="Google Shape;1511;p6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2" name="Google Shape;1512;p6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3" name="Google Shape;1513;p6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4" name="Google Shape;1514;p6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5" name="Google Shape;1515;p6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6" name="Google Shape;1516;p6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7" name="Google Shape;1517;p6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8" name="Google Shape;1518;p6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9" name="Google Shape;1519;p6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0" name="Google Shape;1520;p6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1" name="Google Shape;1521;p6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2" name="Google Shape;1522;p6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3" name="Google Shape;1523;p6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4" name="Google Shape;1524;p6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5" name="Google Shape;1525;p6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6" name="Google Shape;1526;p6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7" name="Google Shape;1527;p6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8" name="Google Shape;1528;p6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9" name="Google Shape;1529;p6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0" name="Google Shape;1530;p6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1" name="Google Shape;1531;p6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2" name="Google Shape;1532;p6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3" name="Google Shape;1533;p6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4" name="Google Shape;1534;p6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5" name="Google Shape;1535;p6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6" name="Google Shape;1536;p6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7" name="Google Shape;1537;p6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8" name="Google Shape;1538;p6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9" name="Google Shape;1539;p6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0" name="Google Shape;1540;p6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1" name="Google Shape;1541;p6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2" name="Google Shape;1542;p6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3" name="Google Shape;1543;p6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4" name="Google Shape;1544;p6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5" name="Google Shape;1545;p6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6" name="Google Shape;1546;p6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7" name="Google Shape;1547;p6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8" name="Google Shape;1548;p6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9" name="Google Shape;1549;p6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0" name="Google Shape;1550;p6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1" name="Google Shape;1551;p6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2" name="Google Shape;1552;p6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3" name="Google Shape;1553;p6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4" name="Google Shape;1554;p6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5" name="Google Shape;1555;p6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6" name="Google Shape;1556;p6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7" name="Google Shape;1557;p6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8" name="Google Shape;1558;p6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9" name="Google Shape;1559;p6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0" name="Google Shape;1560;p6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1" name="Google Shape;1561;p6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2" name="Google Shape;1562;p6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3" name="Google Shape;1563;p6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4" name="Google Shape;1564;p6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65" name="Google Shape;1565;p6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66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7" name="Google Shape;1567;p66"/>
          <p:cNvSpPr txBox="1"/>
          <p:nvPr>
            <p:ph idx="1" type="subTitle"/>
          </p:nvPr>
        </p:nvSpPr>
        <p:spPr>
          <a:xfrm>
            <a:off x="20872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8" name="Google Shape;1568;p66"/>
          <p:cNvSpPr txBox="1"/>
          <p:nvPr>
            <p:ph idx="2" type="subTitle"/>
          </p:nvPr>
        </p:nvSpPr>
        <p:spPr>
          <a:xfrm>
            <a:off x="3281550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9" name="Google Shape;1569;p66"/>
          <p:cNvSpPr txBox="1"/>
          <p:nvPr>
            <p:ph idx="3" type="subTitle"/>
          </p:nvPr>
        </p:nvSpPr>
        <p:spPr>
          <a:xfrm>
            <a:off x="635437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0" name="Google Shape;1570;p66"/>
          <p:cNvSpPr txBox="1"/>
          <p:nvPr>
            <p:ph idx="4" type="subTitle"/>
          </p:nvPr>
        </p:nvSpPr>
        <p:spPr>
          <a:xfrm>
            <a:off x="20872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1" name="Google Shape;1571;p66"/>
          <p:cNvSpPr txBox="1"/>
          <p:nvPr>
            <p:ph idx="5" type="subTitle"/>
          </p:nvPr>
        </p:nvSpPr>
        <p:spPr>
          <a:xfrm>
            <a:off x="3281550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2" name="Google Shape;1572;p66"/>
          <p:cNvSpPr txBox="1"/>
          <p:nvPr>
            <p:ph idx="6" type="subTitle"/>
          </p:nvPr>
        </p:nvSpPr>
        <p:spPr>
          <a:xfrm>
            <a:off x="635437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3" name="Google Shape;1573;p6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1_1_1_1_1_1_1_1_2_1_1_1_1_1_1_1_1_1_1_1"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6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76" name="Google Shape;1576;p6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77" name="Google Shape;1577;p6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8" name="Google Shape;1578;p6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9" name="Google Shape;1579;p6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0" name="Google Shape;1580;p6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1" name="Google Shape;1581;p6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2" name="Google Shape;1582;p6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3" name="Google Shape;1583;p6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4" name="Google Shape;1584;p6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5" name="Google Shape;1585;p6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6" name="Google Shape;1586;p6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7" name="Google Shape;1587;p6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8" name="Google Shape;1588;p6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9" name="Google Shape;1589;p6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0" name="Google Shape;1590;p6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1" name="Google Shape;1591;p6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2" name="Google Shape;1592;p6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3" name="Google Shape;1593;p6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4" name="Google Shape;1594;p6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5" name="Google Shape;1595;p6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6" name="Google Shape;1596;p6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7" name="Google Shape;1597;p6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8" name="Google Shape;1598;p6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9" name="Google Shape;1599;p6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0" name="Google Shape;1600;p6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1" name="Google Shape;1601;p6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2" name="Google Shape;1602;p6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3" name="Google Shape;1603;p6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4" name="Google Shape;1604;p6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5" name="Google Shape;1605;p6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6" name="Google Shape;1606;p6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7" name="Google Shape;1607;p6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8" name="Google Shape;1608;p6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9" name="Google Shape;1609;p6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0" name="Google Shape;1610;p6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1" name="Google Shape;1611;p6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2" name="Google Shape;1612;p6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3" name="Google Shape;1613;p6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4" name="Google Shape;1614;p6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5" name="Google Shape;1615;p6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6" name="Google Shape;1616;p6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7" name="Google Shape;1617;p6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8" name="Google Shape;1618;p6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9" name="Google Shape;1619;p6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0" name="Google Shape;1620;p6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1" name="Google Shape;1621;p6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2" name="Google Shape;1622;p6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3" name="Google Shape;1623;p6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4" name="Google Shape;1624;p6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5" name="Google Shape;1625;p6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6" name="Google Shape;1626;p6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7" name="Google Shape;1627;p6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8" name="Google Shape;1628;p6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9" name="Google Shape;1629;p6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0" name="Google Shape;1630;p6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1" name="Google Shape;1631;p6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2" name="Google Shape;1632;p6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3" name="Google Shape;1633;p6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4" name="Google Shape;1634;p6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5" name="Google Shape;1635;p6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36" name="Google Shape;1636;p6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67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38" name="Google Shape;1638;p67"/>
          <p:cNvSpPr txBox="1"/>
          <p:nvPr>
            <p:ph idx="1" type="body"/>
          </p:nvPr>
        </p:nvSpPr>
        <p:spPr>
          <a:xfrm>
            <a:off x="208725" y="2304400"/>
            <a:ext cx="33528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39" name="Google Shape;1639;p67"/>
          <p:cNvSpPr/>
          <p:nvPr>
            <p:ph idx="2" type="pic"/>
          </p:nvPr>
        </p:nvSpPr>
        <p:spPr>
          <a:xfrm>
            <a:off x="3769050" y="2304400"/>
            <a:ext cx="5156700" cy="25686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640" name="Google Shape;1640;p6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_1_1_1_1_1_1_1_1_2_1_1_1_1_1_1_1_1_1_1_1_1"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6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643" name="Google Shape;1643;p6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644" name="Google Shape;1644;p6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5" name="Google Shape;1645;p6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6" name="Google Shape;1646;p6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7" name="Google Shape;1647;p6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8" name="Google Shape;1648;p6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9" name="Google Shape;1649;p6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0" name="Google Shape;1650;p6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1" name="Google Shape;1651;p6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2" name="Google Shape;1652;p6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3" name="Google Shape;1653;p6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4" name="Google Shape;1654;p6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5" name="Google Shape;1655;p6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6" name="Google Shape;1656;p6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7" name="Google Shape;1657;p6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8" name="Google Shape;1658;p6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9" name="Google Shape;1659;p6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0" name="Google Shape;1660;p6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1" name="Google Shape;1661;p6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2" name="Google Shape;1662;p6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3" name="Google Shape;1663;p6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4" name="Google Shape;1664;p6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5" name="Google Shape;1665;p6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6" name="Google Shape;1666;p6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7" name="Google Shape;1667;p6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8" name="Google Shape;1668;p6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9" name="Google Shape;1669;p6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0" name="Google Shape;1670;p6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1" name="Google Shape;1671;p6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2" name="Google Shape;1672;p6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3" name="Google Shape;1673;p6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4" name="Google Shape;1674;p6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5" name="Google Shape;1675;p6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6" name="Google Shape;1676;p6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7" name="Google Shape;1677;p6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8" name="Google Shape;1678;p6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9" name="Google Shape;1679;p6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0" name="Google Shape;1680;p6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1" name="Google Shape;1681;p6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2" name="Google Shape;1682;p6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3" name="Google Shape;1683;p6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4" name="Google Shape;1684;p6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5" name="Google Shape;1685;p6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6" name="Google Shape;1686;p6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7" name="Google Shape;1687;p6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8" name="Google Shape;1688;p6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9" name="Google Shape;1689;p6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0" name="Google Shape;1690;p6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1" name="Google Shape;1691;p6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2" name="Google Shape;1692;p6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3" name="Google Shape;1693;p6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4" name="Google Shape;1694;p6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5" name="Google Shape;1695;p6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6" name="Google Shape;1696;p6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7" name="Google Shape;1697;p6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8" name="Google Shape;1698;p6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9" name="Google Shape;1699;p6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0" name="Google Shape;1700;p6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1" name="Google Shape;1701;p6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2" name="Google Shape;1702;p6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03" name="Google Shape;1703;p6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6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5" name="Google Shape;1705;p68"/>
          <p:cNvSpPr txBox="1"/>
          <p:nvPr>
            <p:ph idx="1" type="body"/>
          </p:nvPr>
        </p:nvSpPr>
        <p:spPr>
          <a:xfrm>
            <a:off x="11736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06" name="Google Shape;1706;p68"/>
          <p:cNvSpPr txBox="1"/>
          <p:nvPr>
            <p:ph idx="2" type="subTitle"/>
          </p:nvPr>
        </p:nvSpPr>
        <p:spPr>
          <a:xfrm>
            <a:off x="11736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7" name="Google Shape;1707;p68"/>
          <p:cNvSpPr txBox="1"/>
          <p:nvPr>
            <p:ph idx="3" type="body"/>
          </p:nvPr>
        </p:nvSpPr>
        <p:spPr>
          <a:xfrm>
            <a:off x="49161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08" name="Google Shape;1708;p68"/>
          <p:cNvSpPr txBox="1"/>
          <p:nvPr>
            <p:ph idx="4" type="subTitle"/>
          </p:nvPr>
        </p:nvSpPr>
        <p:spPr>
          <a:xfrm>
            <a:off x="49161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9" name="Google Shape;1709;p6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1_1_1_1_1_1_1_2_1_1_1_1_1_1_1_1_1_1_1_1_1"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6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12" name="Google Shape;1712;p6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13" name="Google Shape;1713;p6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4" name="Google Shape;1714;p6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5" name="Google Shape;1715;p6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6" name="Google Shape;1716;p6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7" name="Google Shape;1717;p6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8" name="Google Shape;1718;p6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9" name="Google Shape;1719;p6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0" name="Google Shape;1720;p6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1" name="Google Shape;1721;p6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2" name="Google Shape;1722;p6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3" name="Google Shape;1723;p6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4" name="Google Shape;1724;p6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5" name="Google Shape;1725;p6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6" name="Google Shape;1726;p6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7" name="Google Shape;1727;p6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8" name="Google Shape;1728;p6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9" name="Google Shape;1729;p6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0" name="Google Shape;1730;p6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1" name="Google Shape;1731;p6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2" name="Google Shape;1732;p6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3" name="Google Shape;1733;p6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4" name="Google Shape;1734;p6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5" name="Google Shape;1735;p6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6" name="Google Shape;1736;p6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7" name="Google Shape;1737;p6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8" name="Google Shape;1738;p6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9" name="Google Shape;1739;p6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0" name="Google Shape;1740;p6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1" name="Google Shape;1741;p6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2" name="Google Shape;1742;p6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3" name="Google Shape;1743;p6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4" name="Google Shape;1744;p6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5" name="Google Shape;1745;p6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6" name="Google Shape;1746;p6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7" name="Google Shape;1747;p6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8" name="Google Shape;1748;p6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9" name="Google Shape;1749;p6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0" name="Google Shape;1750;p6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1" name="Google Shape;1751;p6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2" name="Google Shape;1752;p6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3" name="Google Shape;1753;p6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4" name="Google Shape;1754;p6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5" name="Google Shape;1755;p6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6" name="Google Shape;1756;p6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7" name="Google Shape;1757;p6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8" name="Google Shape;1758;p6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9" name="Google Shape;1759;p6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0" name="Google Shape;1760;p6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1" name="Google Shape;1761;p6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2" name="Google Shape;1762;p6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3" name="Google Shape;1763;p6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4" name="Google Shape;1764;p6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5" name="Google Shape;1765;p6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6" name="Google Shape;1766;p6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7" name="Google Shape;1767;p6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8" name="Google Shape;1768;p6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9" name="Google Shape;1769;p6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0" name="Google Shape;1770;p6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1" name="Google Shape;1771;p6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72" name="Google Shape;1772;p6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69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74" name="Google Shape;1774;p69"/>
          <p:cNvSpPr txBox="1"/>
          <p:nvPr>
            <p:ph idx="1" type="body"/>
          </p:nvPr>
        </p:nvSpPr>
        <p:spPr>
          <a:xfrm>
            <a:off x="208725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75" name="Google Shape;1775;p69"/>
          <p:cNvSpPr txBox="1"/>
          <p:nvPr>
            <p:ph idx="2" type="subTitle"/>
          </p:nvPr>
        </p:nvSpPr>
        <p:spPr>
          <a:xfrm>
            <a:off x="208725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6" name="Google Shape;1776;p69"/>
          <p:cNvSpPr txBox="1"/>
          <p:nvPr>
            <p:ph idx="3" type="body"/>
          </p:nvPr>
        </p:nvSpPr>
        <p:spPr>
          <a:xfrm>
            <a:off x="3310098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77" name="Google Shape;1777;p69"/>
          <p:cNvSpPr txBox="1"/>
          <p:nvPr>
            <p:ph idx="4" type="subTitle"/>
          </p:nvPr>
        </p:nvSpPr>
        <p:spPr>
          <a:xfrm>
            <a:off x="3310098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8" name="Google Shape;1778;p69"/>
          <p:cNvSpPr txBox="1"/>
          <p:nvPr>
            <p:ph idx="5" type="body"/>
          </p:nvPr>
        </p:nvSpPr>
        <p:spPr>
          <a:xfrm>
            <a:off x="6411471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79" name="Google Shape;1779;p69"/>
          <p:cNvSpPr txBox="1"/>
          <p:nvPr>
            <p:ph idx="6" type="subTitle"/>
          </p:nvPr>
        </p:nvSpPr>
        <p:spPr>
          <a:xfrm>
            <a:off x="6411471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0" name="Google Shape;1780;p6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">
  <p:cSld name="CUSTOM_1_1_1_1_1_1_1_1_1_1_2_1_1_1_1_1_1_1_1_1_1_1_1_1_1"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7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83" name="Google Shape;1783;p7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84" name="Google Shape;1784;p7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5" name="Google Shape;1785;p7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6" name="Google Shape;1786;p7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7" name="Google Shape;1787;p7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8" name="Google Shape;1788;p7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9" name="Google Shape;1789;p7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0" name="Google Shape;1790;p7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1" name="Google Shape;1791;p7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2" name="Google Shape;1792;p7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3" name="Google Shape;1793;p7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4" name="Google Shape;1794;p7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5" name="Google Shape;1795;p7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6" name="Google Shape;1796;p7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7" name="Google Shape;1797;p7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8" name="Google Shape;1798;p7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9" name="Google Shape;1799;p7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0" name="Google Shape;1800;p7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1" name="Google Shape;1801;p7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2" name="Google Shape;1802;p7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3" name="Google Shape;1803;p7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4" name="Google Shape;1804;p7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5" name="Google Shape;1805;p7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6" name="Google Shape;1806;p7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7" name="Google Shape;1807;p7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8" name="Google Shape;1808;p7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9" name="Google Shape;1809;p7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0" name="Google Shape;1810;p7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1" name="Google Shape;1811;p7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2" name="Google Shape;1812;p7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3" name="Google Shape;1813;p7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4" name="Google Shape;1814;p7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5" name="Google Shape;1815;p7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6" name="Google Shape;1816;p7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7" name="Google Shape;1817;p7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8" name="Google Shape;1818;p7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9" name="Google Shape;1819;p7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0" name="Google Shape;1820;p7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1" name="Google Shape;1821;p7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2" name="Google Shape;1822;p7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3" name="Google Shape;1823;p7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4" name="Google Shape;1824;p7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5" name="Google Shape;1825;p7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6" name="Google Shape;1826;p7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7" name="Google Shape;1827;p7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8" name="Google Shape;1828;p7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9" name="Google Shape;1829;p7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0" name="Google Shape;1830;p7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1" name="Google Shape;1831;p7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2" name="Google Shape;1832;p7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3" name="Google Shape;1833;p7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4" name="Google Shape;1834;p7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5" name="Google Shape;1835;p7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6" name="Google Shape;1836;p7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7" name="Google Shape;1837;p7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8" name="Google Shape;1838;p7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9" name="Google Shape;1839;p7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0" name="Google Shape;1840;p7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1" name="Google Shape;1841;p7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2" name="Google Shape;1842;p7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43" name="Google Shape;1843;p7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70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5" name="Google Shape;1845;p70"/>
          <p:cNvSpPr txBox="1"/>
          <p:nvPr>
            <p:ph idx="1" type="body"/>
          </p:nvPr>
        </p:nvSpPr>
        <p:spPr>
          <a:xfrm>
            <a:off x="208725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846" name="Google Shape;1846;p70"/>
          <p:cNvSpPr txBox="1"/>
          <p:nvPr>
            <p:ph idx="2" type="subTitle"/>
          </p:nvPr>
        </p:nvSpPr>
        <p:spPr>
          <a:xfrm>
            <a:off x="208725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7" name="Google Shape;1847;p70"/>
          <p:cNvSpPr txBox="1"/>
          <p:nvPr>
            <p:ph idx="3" type="body"/>
          </p:nvPr>
        </p:nvSpPr>
        <p:spPr>
          <a:xfrm>
            <a:off x="2500573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848" name="Google Shape;1848;p70"/>
          <p:cNvSpPr txBox="1"/>
          <p:nvPr>
            <p:ph idx="4" type="subTitle"/>
          </p:nvPr>
        </p:nvSpPr>
        <p:spPr>
          <a:xfrm>
            <a:off x="2500573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9" name="Google Shape;1849;p70"/>
          <p:cNvSpPr txBox="1"/>
          <p:nvPr>
            <p:ph idx="5" type="body"/>
          </p:nvPr>
        </p:nvSpPr>
        <p:spPr>
          <a:xfrm>
            <a:off x="479242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850" name="Google Shape;1850;p70"/>
          <p:cNvSpPr txBox="1"/>
          <p:nvPr>
            <p:ph idx="6" type="subTitle"/>
          </p:nvPr>
        </p:nvSpPr>
        <p:spPr>
          <a:xfrm>
            <a:off x="479242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1" name="Google Shape;1851;p70"/>
          <p:cNvSpPr txBox="1"/>
          <p:nvPr>
            <p:ph idx="7" type="body"/>
          </p:nvPr>
        </p:nvSpPr>
        <p:spPr>
          <a:xfrm>
            <a:off x="708427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852" name="Google Shape;1852;p70"/>
          <p:cNvSpPr txBox="1"/>
          <p:nvPr>
            <p:ph idx="8" type="subTitle"/>
          </p:nvPr>
        </p:nvSpPr>
        <p:spPr>
          <a:xfrm>
            <a:off x="708427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3" name="Google Shape;1853;p7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1_1_1_1_1_1_1_1_2_1_1_1_1_1_1_1_1_1_1_1_1_1_1_1"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p7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856" name="Google Shape;1856;p7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857" name="Google Shape;1857;p7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8" name="Google Shape;1858;p7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9" name="Google Shape;1859;p7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0" name="Google Shape;1860;p7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1" name="Google Shape;1861;p7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2" name="Google Shape;1862;p7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3" name="Google Shape;1863;p7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4" name="Google Shape;1864;p7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5" name="Google Shape;1865;p7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6" name="Google Shape;1866;p7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7" name="Google Shape;1867;p7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8" name="Google Shape;1868;p7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9" name="Google Shape;1869;p7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0" name="Google Shape;1870;p7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1" name="Google Shape;1871;p7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2" name="Google Shape;1872;p7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3" name="Google Shape;1873;p7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4" name="Google Shape;1874;p7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5" name="Google Shape;1875;p7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6" name="Google Shape;1876;p7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7" name="Google Shape;1877;p7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8" name="Google Shape;1878;p7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9" name="Google Shape;1879;p7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0" name="Google Shape;1880;p7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1" name="Google Shape;1881;p7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2" name="Google Shape;1882;p7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3" name="Google Shape;1883;p7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4" name="Google Shape;1884;p7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5" name="Google Shape;1885;p7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6" name="Google Shape;1886;p7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7" name="Google Shape;1887;p7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8" name="Google Shape;1888;p7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9" name="Google Shape;1889;p7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0" name="Google Shape;1890;p7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1" name="Google Shape;1891;p7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2" name="Google Shape;1892;p7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3" name="Google Shape;1893;p7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4" name="Google Shape;1894;p7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5" name="Google Shape;1895;p7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6" name="Google Shape;1896;p7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7" name="Google Shape;1897;p7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8" name="Google Shape;1898;p7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9" name="Google Shape;1899;p7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0" name="Google Shape;1900;p7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1" name="Google Shape;1901;p7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2" name="Google Shape;1902;p7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3" name="Google Shape;1903;p7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4" name="Google Shape;1904;p7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5" name="Google Shape;1905;p7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6" name="Google Shape;1906;p7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7" name="Google Shape;1907;p7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8" name="Google Shape;1908;p7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9" name="Google Shape;1909;p7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0" name="Google Shape;1910;p7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1" name="Google Shape;1911;p7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2" name="Google Shape;1912;p7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3" name="Google Shape;1913;p7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4" name="Google Shape;1914;p7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5" name="Google Shape;1915;p7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16" name="Google Shape;1916;p7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71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8" name="Google Shape;1918;p71"/>
          <p:cNvSpPr/>
          <p:nvPr>
            <p:ph idx="2" type="pic"/>
          </p:nvPr>
        </p:nvSpPr>
        <p:spPr>
          <a:xfrm>
            <a:off x="213450" y="2022825"/>
            <a:ext cx="8717100" cy="28377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919" name="Google Shape;1919;p7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1_1_1_1_2_1_1_1_1_1_1_1_1_1_1_1_1_1_1_1_1"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7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922" name="Google Shape;1922;p7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923" name="Google Shape;1923;p7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4" name="Google Shape;1924;p7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5" name="Google Shape;1925;p7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6" name="Google Shape;1926;p7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7" name="Google Shape;1927;p7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8" name="Google Shape;1928;p7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9" name="Google Shape;1929;p7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0" name="Google Shape;1930;p7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1" name="Google Shape;1931;p7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2" name="Google Shape;1932;p7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3" name="Google Shape;1933;p7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4" name="Google Shape;1934;p7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5" name="Google Shape;1935;p7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6" name="Google Shape;1936;p7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7" name="Google Shape;1937;p7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8" name="Google Shape;1938;p7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9" name="Google Shape;1939;p7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0" name="Google Shape;1940;p7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1" name="Google Shape;1941;p7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2" name="Google Shape;1942;p7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3" name="Google Shape;1943;p7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4" name="Google Shape;1944;p7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5" name="Google Shape;1945;p7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6" name="Google Shape;1946;p7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7" name="Google Shape;1947;p7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8" name="Google Shape;1948;p7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9" name="Google Shape;1949;p7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0" name="Google Shape;1950;p7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1" name="Google Shape;1951;p7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2" name="Google Shape;1952;p7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3" name="Google Shape;1953;p7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4" name="Google Shape;1954;p7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5" name="Google Shape;1955;p7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6" name="Google Shape;1956;p7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7" name="Google Shape;1957;p7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8" name="Google Shape;1958;p7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9" name="Google Shape;1959;p7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0" name="Google Shape;1960;p7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1" name="Google Shape;1961;p7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2" name="Google Shape;1962;p7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3" name="Google Shape;1963;p7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4" name="Google Shape;1964;p7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5" name="Google Shape;1965;p7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6" name="Google Shape;1966;p7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7" name="Google Shape;1967;p7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8" name="Google Shape;1968;p7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9" name="Google Shape;1969;p7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0" name="Google Shape;1970;p7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1" name="Google Shape;1971;p7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2" name="Google Shape;1972;p7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3" name="Google Shape;1973;p7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4" name="Google Shape;1974;p7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5" name="Google Shape;1975;p7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6" name="Google Shape;1976;p7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7" name="Google Shape;1977;p7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8" name="Google Shape;1978;p7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9" name="Google Shape;1979;p7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0" name="Google Shape;1980;p7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1" name="Google Shape;1981;p7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82" name="Google Shape;1982;p7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72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84" name="Google Shape;1984;p72"/>
          <p:cNvSpPr txBox="1"/>
          <p:nvPr>
            <p:ph idx="1" type="body"/>
          </p:nvPr>
        </p:nvSpPr>
        <p:spPr>
          <a:xfrm>
            <a:off x="11736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985" name="Google Shape;1985;p72"/>
          <p:cNvSpPr txBox="1"/>
          <p:nvPr>
            <p:ph idx="2" type="subTitle"/>
          </p:nvPr>
        </p:nvSpPr>
        <p:spPr>
          <a:xfrm>
            <a:off x="11736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6" name="Google Shape;1986;p72"/>
          <p:cNvSpPr txBox="1"/>
          <p:nvPr>
            <p:ph idx="3" type="body"/>
          </p:nvPr>
        </p:nvSpPr>
        <p:spPr>
          <a:xfrm>
            <a:off x="49161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987" name="Google Shape;1987;p72"/>
          <p:cNvSpPr txBox="1"/>
          <p:nvPr>
            <p:ph idx="4" type="subTitle"/>
          </p:nvPr>
        </p:nvSpPr>
        <p:spPr>
          <a:xfrm>
            <a:off x="49161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8" name="Google Shape;1988;p72"/>
          <p:cNvSpPr/>
          <p:nvPr>
            <p:ph idx="5" type="pic"/>
          </p:nvPr>
        </p:nvSpPr>
        <p:spPr>
          <a:xfrm>
            <a:off x="11736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989" name="Google Shape;1989;p72"/>
          <p:cNvSpPr/>
          <p:nvPr>
            <p:ph idx="6" type="pic"/>
          </p:nvPr>
        </p:nvSpPr>
        <p:spPr>
          <a:xfrm>
            <a:off x="49161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990" name="Google Shape;1990;p7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1_1_1_1_2_1_1_1_1_1_1_1_1_1_1_1_1_1_1_1_1_1"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7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993" name="Google Shape;1993;p7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994" name="Google Shape;1994;p7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5" name="Google Shape;1995;p7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6" name="Google Shape;1996;p7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7" name="Google Shape;1997;p7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8" name="Google Shape;1998;p7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9" name="Google Shape;1999;p7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0" name="Google Shape;2000;p7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1" name="Google Shape;2001;p7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2" name="Google Shape;2002;p7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3" name="Google Shape;2003;p7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4" name="Google Shape;2004;p7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5" name="Google Shape;2005;p7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6" name="Google Shape;2006;p7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7" name="Google Shape;2007;p7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8" name="Google Shape;2008;p7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9" name="Google Shape;2009;p7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0" name="Google Shape;2010;p7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1" name="Google Shape;2011;p7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2" name="Google Shape;2012;p7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3" name="Google Shape;2013;p7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4" name="Google Shape;2014;p7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5" name="Google Shape;2015;p7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6" name="Google Shape;2016;p7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7" name="Google Shape;2017;p7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8" name="Google Shape;2018;p7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9" name="Google Shape;2019;p7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0" name="Google Shape;2020;p7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1" name="Google Shape;2021;p7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2" name="Google Shape;2022;p7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3" name="Google Shape;2023;p7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4" name="Google Shape;2024;p7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5" name="Google Shape;2025;p7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6" name="Google Shape;2026;p7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7" name="Google Shape;2027;p7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8" name="Google Shape;2028;p7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9" name="Google Shape;2029;p7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0" name="Google Shape;2030;p7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1" name="Google Shape;2031;p7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2" name="Google Shape;2032;p7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3" name="Google Shape;2033;p7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4" name="Google Shape;2034;p7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5" name="Google Shape;2035;p7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6" name="Google Shape;2036;p7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7" name="Google Shape;2037;p7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8" name="Google Shape;2038;p7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9" name="Google Shape;2039;p7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0" name="Google Shape;2040;p7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1" name="Google Shape;2041;p7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2" name="Google Shape;2042;p7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3" name="Google Shape;2043;p7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4" name="Google Shape;2044;p7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5" name="Google Shape;2045;p7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6" name="Google Shape;2046;p7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7" name="Google Shape;2047;p7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8" name="Google Shape;2048;p7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9" name="Google Shape;2049;p7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0" name="Google Shape;2050;p7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1" name="Google Shape;2051;p7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2" name="Google Shape;2052;p7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53" name="Google Shape;2053;p7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73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5" name="Google Shape;2055;p73"/>
          <p:cNvSpPr txBox="1"/>
          <p:nvPr>
            <p:ph idx="1" type="body"/>
          </p:nvPr>
        </p:nvSpPr>
        <p:spPr>
          <a:xfrm>
            <a:off x="423750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056" name="Google Shape;2056;p73"/>
          <p:cNvSpPr txBox="1"/>
          <p:nvPr>
            <p:ph idx="2" type="subTitle"/>
          </p:nvPr>
        </p:nvSpPr>
        <p:spPr>
          <a:xfrm>
            <a:off x="423750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7" name="Google Shape;2057;p73"/>
          <p:cNvSpPr txBox="1"/>
          <p:nvPr>
            <p:ph idx="3" type="body"/>
          </p:nvPr>
        </p:nvSpPr>
        <p:spPr>
          <a:xfrm>
            <a:off x="3276074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058" name="Google Shape;2058;p73"/>
          <p:cNvSpPr txBox="1"/>
          <p:nvPr>
            <p:ph idx="4" type="subTitle"/>
          </p:nvPr>
        </p:nvSpPr>
        <p:spPr>
          <a:xfrm>
            <a:off x="327607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9" name="Google Shape;2059;p73"/>
          <p:cNvSpPr/>
          <p:nvPr>
            <p:ph idx="5" type="pic"/>
          </p:nvPr>
        </p:nvSpPr>
        <p:spPr>
          <a:xfrm>
            <a:off x="423750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060" name="Google Shape;2060;p73"/>
          <p:cNvSpPr/>
          <p:nvPr>
            <p:ph idx="6" type="pic"/>
          </p:nvPr>
        </p:nvSpPr>
        <p:spPr>
          <a:xfrm>
            <a:off x="327607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061" name="Google Shape;2061;p73"/>
          <p:cNvSpPr txBox="1"/>
          <p:nvPr>
            <p:ph idx="7" type="body"/>
          </p:nvPr>
        </p:nvSpPr>
        <p:spPr>
          <a:xfrm>
            <a:off x="6128397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062" name="Google Shape;2062;p73"/>
          <p:cNvSpPr txBox="1"/>
          <p:nvPr>
            <p:ph idx="8" type="subTitle"/>
          </p:nvPr>
        </p:nvSpPr>
        <p:spPr>
          <a:xfrm>
            <a:off x="612839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3" name="Google Shape;2063;p73"/>
          <p:cNvSpPr/>
          <p:nvPr>
            <p:ph idx="9" type="pic"/>
          </p:nvPr>
        </p:nvSpPr>
        <p:spPr>
          <a:xfrm>
            <a:off x="612839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064" name="Google Shape;2064;p7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_1_1_2_1_1_1_1_1_1_1_1_1_1_1_1_1_1_1_1_1_1"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p7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2067" name="Google Shape;2067;p7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068" name="Google Shape;2068;p7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9" name="Google Shape;2069;p7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0" name="Google Shape;2070;p7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1" name="Google Shape;2071;p7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2" name="Google Shape;2072;p7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3" name="Google Shape;2073;p7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4" name="Google Shape;2074;p7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5" name="Google Shape;2075;p7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6" name="Google Shape;2076;p7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7" name="Google Shape;2077;p7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8" name="Google Shape;2078;p7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9" name="Google Shape;2079;p7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0" name="Google Shape;2080;p7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1" name="Google Shape;2081;p7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2" name="Google Shape;2082;p7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3" name="Google Shape;2083;p7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4" name="Google Shape;2084;p7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5" name="Google Shape;2085;p7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6" name="Google Shape;2086;p7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7" name="Google Shape;2087;p7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8" name="Google Shape;2088;p7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9" name="Google Shape;2089;p7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0" name="Google Shape;2090;p7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1" name="Google Shape;2091;p7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2" name="Google Shape;2092;p7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3" name="Google Shape;2093;p7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4" name="Google Shape;2094;p7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5" name="Google Shape;2095;p7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6" name="Google Shape;2096;p7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7" name="Google Shape;2097;p7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8" name="Google Shape;2098;p7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9" name="Google Shape;2099;p7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0" name="Google Shape;2100;p7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1" name="Google Shape;2101;p7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2" name="Google Shape;2102;p7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3" name="Google Shape;2103;p7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4" name="Google Shape;2104;p7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5" name="Google Shape;2105;p7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6" name="Google Shape;2106;p7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7" name="Google Shape;2107;p7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8" name="Google Shape;2108;p7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9" name="Google Shape;2109;p7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0" name="Google Shape;2110;p7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1" name="Google Shape;2111;p7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2" name="Google Shape;2112;p7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3" name="Google Shape;2113;p7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4" name="Google Shape;2114;p7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5" name="Google Shape;2115;p7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6" name="Google Shape;2116;p7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7" name="Google Shape;2117;p7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8" name="Google Shape;2118;p7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9" name="Google Shape;2119;p7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0" name="Google Shape;2120;p7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1" name="Google Shape;2121;p7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2" name="Google Shape;2122;p7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3" name="Google Shape;2123;p7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4" name="Google Shape;2124;p7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5" name="Google Shape;2125;p7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6" name="Google Shape;2126;p7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27" name="Google Shape;2127;p7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74"/>
          <p:cNvSpPr/>
          <p:nvPr>
            <p:ph idx="2" type="pic"/>
          </p:nvPr>
        </p:nvSpPr>
        <p:spPr>
          <a:xfrm>
            <a:off x="436350" y="262350"/>
            <a:ext cx="8271300" cy="4618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129" name="Google Shape;2129;p7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_1_2_1_1_1_1_1_1_1_1_1_1_1_1_1_1_1_1_1_1_1"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7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2132" name="Google Shape;2132;p7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133" name="Google Shape;2133;p7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4" name="Google Shape;2134;p7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5" name="Google Shape;2135;p7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6" name="Google Shape;2136;p7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7" name="Google Shape;2137;p7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8" name="Google Shape;2138;p7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9" name="Google Shape;2139;p7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0" name="Google Shape;2140;p7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1" name="Google Shape;2141;p7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2" name="Google Shape;2142;p7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3" name="Google Shape;2143;p7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4" name="Google Shape;2144;p7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5" name="Google Shape;2145;p7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6" name="Google Shape;2146;p7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7" name="Google Shape;2147;p7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8" name="Google Shape;2148;p7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9" name="Google Shape;2149;p7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0" name="Google Shape;2150;p7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1" name="Google Shape;2151;p7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2" name="Google Shape;2152;p7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3" name="Google Shape;2153;p7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4" name="Google Shape;2154;p7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5" name="Google Shape;2155;p7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6" name="Google Shape;2156;p7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7" name="Google Shape;2157;p7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8" name="Google Shape;2158;p7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9" name="Google Shape;2159;p7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0" name="Google Shape;2160;p7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1" name="Google Shape;2161;p7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2" name="Google Shape;2162;p7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3" name="Google Shape;2163;p7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4" name="Google Shape;2164;p7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5" name="Google Shape;2165;p7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6" name="Google Shape;2166;p7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7" name="Google Shape;2167;p7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8" name="Google Shape;2168;p7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9" name="Google Shape;2169;p7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0" name="Google Shape;2170;p7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1" name="Google Shape;2171;p7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2" name="Google Shape;2172;p7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3" name="Google Shape;2173;p7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4" name="Google Shape;2174;p7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5" name="Google Shape;2175;p7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6" name="Google Shape;2176;p7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7" name="Google Shape;2177;p7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8" name="Google Shape;2178;p7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9" name="Google Shape;2179;p7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80" name="Google Shape;2180;p7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81" name="Google Shape;2181;p7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82" name="Google Shape;2182;p7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83" name="Google Shape;2183;p7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84" name="Google Shape;2184;p7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85" name="Google Shape;2185;p7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86" name="Google Shape;2186;p7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87" name="Google Shape;2187;p7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88" name="Google Shape;2188;p7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89" name="Google Shape;2189;p7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90" name="Google Shape;2190;p7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91" name="Google Shape;2191;p7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92" name="Google Shape;2192;p7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75"/>
          <p:cNvSpPr txBox="1"/>
          <p:nvPr>
            <p:ph type="title"/>
          </p:nvPr>
        </p:nvSpPr>
        <p:spPr>
          <a:xfrm>
            <a:off x="208725" y="344175"/>
            <a:ext cx="8729700" cy="8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4" name="Google Shape;2194;p75"/>
          <p:cNvSpPr/>
          <p:nvPr>
            <p:ph idx="2" type="pic"/>
          </p:nvPr>
        </p:nvSpPr>
        <p:spPr>
          <a:xfrm>
            <a:off x="208725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195" name="Google Shape;2195;p75"/>
          <p:cNvSpPr/>
          <p:nvPr>
            <p:ph idx="3" type="pic"/>
          </p:nvPr>
        </p:nvSpPr>
        <p:spPr>
          <a:xfrm>
            <a:off x="3154251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196" name="Google Shape;2196;p75"/>
          <p:cNvSpPr/>
          <p:nvPr>
            <p:ph idx="4" type="pic"/>
          </p:nvPr>
        </p:nvSpPr>
        <p:spPr>
          <a:xfrm>
            <a:off x="6099777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197" name="Google Shape;2197;p75"/>
          <p:cNvSpPr/>
          <p:nvPr>
            <p:ph idx="5" type="pic"/>
          </p:nvPr>
        </p:nvSpPr>
        <p:spPr>
          <a:xfrm>
            <a:off x="208725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198" name="Google Shape;2198;p75"/>
          <p:cNvSpPr/>
          <p:nvPr>
            <p:ph idx="6" type="pic"/>
          </p:nvPr>
        </p:nvSpPr>
        <p:spPr>
          <a:xfrm>
            <a:off x="3154251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199" name="Google Shape;2199;p75"/>
          <p:cNvSpPr/>
          <p:nvPr>
            <p:ph idx="7" type="pic"/>
          </p:nvPr>
        </p:nvSpPr>
        <p:spPr>
          <a:xfrm>
            <a:off x="6099777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200" name="Google Shape;2200;p75"/>
          <p:cNvSpPr/>
          <p:nvPr>
            <p:ph idx="8" type="pic"/>
          </p:nvPr>
        </p:nvSpPr>
        <p:spPr>
          <a:xfrm>
            <a:off x="208725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201" name="Google Shape;2201;p75"/>
          <p:cNvSpPr/>
          <p:nvPr>
            <p:ph idx="9" type="pic"/>
          </p:nvPr>
        </p:nvSpPr>
        <p:spPr>
          <a:xfrm>
            <a:off x="3154251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202" name="Google Shape;2202;p75"/>
          <p:cNvSpPr/>
          <p:nvPr>
            <p:ph idx="13" type="pic"/>
          </p:nvPr>
        </p:nvSpPr>
        <p:spPr>
          <a:xfrm>
            <a:off x="6099777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203" name="Google Shape;2203;p7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2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67.xml"/><Relationship Id="rId28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69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29" Type="http://schemas.openxmlformats.org/officeDocument/2006/relationships/slideLayout" Target="../slideLayouts/slideLayout71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31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2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4"/>
          <p:cNvSpPr txBox="1"/>
          <p:nvPr>
            <p:ph type="title"/>
          </p:nvPr>
        </p:nvSpPr>
        <p:spPr>
          <a:xfrm>
            <a:off x="311700" y="457925"/>
            <a:ext cx="64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exend"/>
              <a:buNone/>
              <a:defRPr sz="4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0" name="Google Shape;35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44"/>
          <p:cNvSpPr txBox="1"/>
          <p:nvPr>
            <p:ph idx="1" type="body"/>
          </p:nvPr>
        </p:nvSpPr>
        <p:spPr>
          <a:xfrm>
            <a:off x="1239450" y="2823325"/>
            <a:ext cx="31458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718" r:id="rId29"/>
    <p:sldLayoutId id="2147483719" r:id="rId30"/>
    <p:sldLayoutId id="2147483720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196">
          <p15:clr>
            <a:srgbClr val="E46962"/>
          </p15:clr>
        </p15:guide>
        <p15:guide id="7" orient="horz" pos="936">
          <p15:clr>
            <a:srgbClr val="E46962"/>
          </p15:clr>
        </p15:guide>
        <p15:guide id="8" orient="horz" pos="68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image" Target="../media/image5.png"/><Relationship Id="rId7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76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2209" name="Google Shape;2209;p76"/>
          <p:cNvSpPr txBox="1"/>
          <p:nvPr>
            <p:ph idx="2" type="subTitle"/>
          </p:nvPr>
        </p:nvSpPr>
        <p:spPr>
          <a:xfrm>
            <a:off x="5767125" y="425525"/>
            <a:ext cx="3238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project investigates the factors that influence used car prices in the UAE</a:t>
            </a:r>
            <a:endParaRPr/>
          </a:p>
        </p:txBody>
      </p:sp>
      <p:sp>
        <p:nvSpPr>
          <p:cNvPr id="2210" name="Google Shape;2210;p76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UAE Used Cars Analysis</a:t>
            </a:r>
            <a:endParaRPr/>
          </a:p>
        </p:txBody>
      </p:sp>
      <p:sp>
        <p:nvSpPr>
          <p:cNvPr id="2211" name="Google Shape;2211;p76"/>
          <p:cNvSpPr txBox="1"/>
          <p:nvPr>
            <p:ph idx="3" type="body"/>
          </p:nvPr>
        </p:nvSpPr>
        <p:spPr>
          <a:xfrm>
            <a:off x="167325" y="-39600"/>
            <a:ext cx="38451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Davis Vang , Jiaming Zhang , Natnael Berhanu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pSp>
        <p:nvGrpSpPr>
          <p:cNvPr id="2212" name="Google Shape;2212;p76"/>
          <p:cNvGrpSpPr/>
          <p:nvPr/>
        </p:nvGrpSpPr>
        <p:grpSpPr>
          <a:xfrm>
            <a:off x="1966534" y="2571650"/>
            <a:ext cx="5210945" cy="2242155"/>
            <a:chOff x="2267909" y="2831175"/>
            <a:chExt cx="4608193" cy="1982804"/>
          </a:xfrm>
        </p:grpSpPr>
        <p:grpSp>
          <p:nvGrpSpPr>
            <p:cNvPr id="2213" name="Google Shape;2213;p76"/>
            <p:cNvGrpSpPr/>
            <p:nvPr/>
          </p:nvGrpSpPr>
          <p:grpSpPr>
            <a:xfrm>
              <a:off x="2267909" y="3080044"/>
              <a:ext cx="4608193" cy="1733935"/>
              <a:chOff x="5485193" y="340487"/>
              <a:chExt cx="3462464" cy="1302829"/>
            </a:xfrm>
          </p:grpSpPr>
          <p:sp>
            <p:nvSpPr>
              <p:cNvPr id="2214" name="Google Shape;2214;p76"/>
              <p:cNvSpPr/>
              <p:nvPr/>
            </p:nvSpPr>
            <p:spPr>
              <a:xfrm>
                <a:off x="5485193" y="340487"/>
                <a:ext cx="3462464" cy="1296479"/>
              </a:xfrm>
              <a:custGeom>
                <a:rect b="b" l="l" r="r" t="t"/>
                <a:pathLst>
                  <a:path extrusionOk="0" h="1296479" w="3462464">
                    <a:moveTo>
                      <a:pt x="0" y="0"/>
                    </a:moveTo>
                    <a:lnTo>
                      <a:pt x="3462464" y="0"/>
                    </a:lnTo>
                    <a:lnTo>
                      <a:pt x="3462464" y="1296480"/>
                    </a:lnTo>
                    <a:lnTo>
                      <a:pt x="0" y="129648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5" name="Google Shape;2215;p76"/>
              <p:cNvSpPr/>
              <p:nvPr/>
            </p:nvSpPr>
            <p:spPr>
              <a:xfrm>
                <a:off x="784021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6" name="Google Shape;2216;p76"/>
              <p:cNvSpPr/>
              <p:nvPr/>
            </p:nvSpPr>
            <p:spPr>
              <a:xfrm>
                <a:off x="802481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7" name="Google Shape;2217;p76"/>
              <p:cNvSpPr/>
              <p:nvPr/>
            </p:nvSpPr>
            <p:spPr>
              <a:xfrm>
                <a:off x="820934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8" name="Google Shape;2218;p76"/>
              <p:cNvSpPr/>
              <p:nvPr/>
            </p:nvSpPr>
            <p:spPr>
              <a:xfrm>
                <a:off x="839393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9" name="Google Shape;2219;p76"/>
              <p:cNvSpPr/>
              <p:nvPr/>
            </p:nvSpPr>
            <p:spPr>
              <a:xfrm>
                <a:off x="857853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20" name="Google Shape;2220;p76"/>
              <p:cNvSpPr/>
              <p:nvPr/>
            </p:nvSpPr>
            <p:spPr>
              <a:xfrm>
                <a:off x="876306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21" name="Google Shape;2221;p76"/>
              <p:cNvSpPr/>
              <p:nvPr/>
            </p:nvSpPr>
            <p:spPr>
              <a:xfrm>
                <a:off x="675500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22" name="Google Shape;2222;p76"/>
              <p:cNvSpPr/>
              <p:nvPr/>
            </p:nvSpPr>
            <p:spPr>
              <a:xfrm>
                <a:off x="69395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23" name="Google Shape;2223;p76"/>
              <p:cNvSpPr/>
              <p:nvPr/>
            </p:nvSpPr>
            <p:spPr>
              <a:xfrm>
                <a:off x="712412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24" name="Google Shape;2224;p76"/>
              <p:cNvSpPr/>
              <p:nvPr/>
            </p:nvSpPr>
            <p:spPr>
              <a:xfrm>
                <a:off x="730872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25" name="Google Shape;2225;p76"/>
              <p:cNvSpPr/>
              <p:nvPr/>
            </p:nvSpPr>
            <p:spPr>
              <a:xfrm>
                <a:off x="749331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26" name="Google Shape;2226;p76"/>
              <p:cNvSpPr/>
              <p:nvPr/>
            </p:nvSpPr>
            <p:spPr>
              <a:xfrm>
                <a:off x="767791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27" name="Google Shape;2227;p76"/>
              <p:cNvSpPr/>
              <p:nvPr/>
            </p:nvSpPr>
            <p:spPr>
              <a:xfrm>
                <a:off x="566978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28" name="Google Shape;2228;p76"/>
              <p:cNvSpPr/>
              <p:nvPr/>
            </p:nvSpPr>
            <p:spPr>
              <a:xfrm>
                <a:off x="585438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29" name="Google Shape;2229;p76"/>
              <p:cNvSpPr/>
              <p:nvPr/>
            </p:nvSpPr>
            <p:spPr>
              <a:xfrm>
                <a:off x="603897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30" name="Google Shape;2230;p76"/>
              <p:cNvSpPr/>
              <p:nvPr/>
            </p:nvSpPr>
            <p:spPr>
              <a:xfrm>
                <a:off x="622350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31" name="Google Shape;2231;p76"/>
              <p:cNvSpPr/>
              <p:nvPr/>
            </p:nvSpPr>
            <p:spPr>
              <a:xfrm>
                <a:off x="640810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32" name="Google Shape;2232;p76"/>
              <p:cNvSpPr/>
              <p:nvPr/>
            </p:nvSpPr>
            <p:spPr>
              <a:xfrm>
                <a:off x="65926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33" name="Google Shape;2233;p76"/>
              <p:cNvSpPr/>
              <p:nvPr/>
            </p:nvSpPr>
            <p:spPr>
              <a:xfrm>
                <a:off x="5485193" y="525653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34" name="Google Shape;2234;p76"/>
              <p:cNvSpPr/>
              <p:nvPr/>
            </p:nvSpPr>
            <p:spPr>
              <a:xfrm>
                <a:off x="5485193" y="145173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35" name="Google Shape;2235;p76"/>
              <p:cNvSpPr/>
              <p:nvPr/>
            </p:nvSpPr>
            <p:spPr>
              <a:xfrm>
                <a:off x="5485193" y="1636966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36" name="Google Shape;2236;p76"/>
              <p:cNvSpPr/>
              <p:nvPr/>
            </p:nvSpPr>
            <p:spPr>
              <a:xfrm>
                <a:off x="5485193" y="126650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37" name="Google Shape;2237;p76"/>
              <p:cNvSpPr/>
              <p:nvPr/>
            </p:nvSpPr>
            <p:spPr>
              <a:xfrm>
                <a:off x="5485193" y="1081278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38" name="Google Shape;2238;p76"/>
              <p:cNvSpPr/>
              <p:nvPr/>
            </p:nvSpPr>
            <p:spPr>
              <a:xfrm>
                <a:off x="5485193" y="89611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39" name="Google Shape;2239;p76"/>
              <p:cNvSpPr/>
              <p:nvPr/>
            </p:nvSpPr>
            <p:spPr>
              <a:xfrm>
                <a:off x="5485193" y="71088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2240" name="Google Shape;2240;p76"/>
            <p:cNvSpPr/>
            <p:nvPr/>
          </p:nvSpPr>
          <p:spPr>
            <a:xfrm>
              <a:off x="2764500" y="3326025"/>
              <a:ext cx="1195167" cy="737592"/>
            </a:xfrm>
            <a:custGeom>
              <a:rect b="b" l="l" r="r" t="t"/>
              <a:pathLst>
                <a:path extrusionOk="0" h="555625" w="922909">
                  <a:moveTo>
                    <a:pt x="0" y="0"/>
                  </a:moveTo>
                  <a:lnTo>
                    <a:pt x="922909" y="0"/>
                  </a:lnTo>
                  <a:lnTo>
                    <a:pt x="922909" y="555625"/>
                  </a:lnTo>
                  <a:lnTo>
                    <a:pt x="0" y="555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1" name="Google Shape;2241;p76"/>
            <p:cNvSpPr/>
            <p:nvPr/>
          </p:nvSpPr>
          <p:spPr>
            <a:xfrm>
              <a:off x="5406200" y="2831175"/>
              <a:ext cx="974139" cy="985252"/>
            </a:xfrm>
            <a:custGeom>
              <a:rect b="b" l="l" r="r" t="t"/>
              <a:pathLst>
                <a:path extrusionOk="0" h="740791" w="740790">
                  <a:moveTo>
                    <a:pt x="740791" y="370395"/>
                  </a:moveTo>
                  <a:cubicBezTo>
                    <a:pt x="740791" y="574959"/>
                    <a:pt x="574959" y="740791"/>
                    <a:pt x="370396" y="740791"/>
                  </a:cubicBezTo>
                  <a:cubicBezTo>
                    <a:pt x="165832" y="740791"/>
                    <a:pt x="0" y="574959"/>
                    <a:pt x="0" y="370395"/>
                  </a:cubicBezTo>
                  <a:cubicBezTo>
                    <a:pt x="0" y="165832"/>
                    <a:pt x="165832" y="0"/>
                    <a:pt x="370396" y="0"/>
                  </a:cubicBezTo>
                  <a:cubicBezTo>
                    <a:pt x="574959" y="0"/>
                    <a:pt x="740791" y="165832"/>
                    <a:pt x="740791" y="3703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2" name="Google Shape;2242;p76"/>
            <p:cNvSpPr/>
            <p:nvPr/>
          </p:nvSpPr>
          <p:spPr>
            <a:xfrm>
              <a:off x="4203775" y="3816425"/>
              <a:ext cx="736446" cy="738062"/>
            </a:xfrm>
            <a:custGeom>
              <a:rect b="b" l="l" r="r" t="t"/>
              <a:pathLst>
                <a:path extrusionOk="0" h="581151" w="553719">
                  <a:moveTo>
                    <a:pt x="553720" y="581152"/>
                  </a:moveTo>
                  <a:lnTo>
                    <a:pt x="0" y="581152"/>
                  </a:lnTo>
                  <a:lnTo>
                    <a:pt x="0" y="0"/>
                  </a:lnTo>
                  <a:lnTo>
                    <a:pt x="553720" y="5811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p77"/>
          <p:cNvSpPr/>
          <p:nvPr/>
        </p:nvSpPr>
        <p:spPr>
          <a:xfrm>
            <a:off x="6397800" y="963300"/>
            <a:ext cx="2719500" cy="3836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48" name="Google Shape;2248;p77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9" name="Google Shape;2249;p77"/>
          <p:cNvSpPr txBox="1"/>
          <p:nvPr>
            <p:ph idx="2" type="subTitle"/>
          </p:nvPr>
        </p:nvSpPr>
        <p:spPr>
          <a:xfrm>
            <a:off x="311700" y="1435950"/>
            <a:ext cx="6086100" cy="30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latin typeface="Lexend"/>
                <a:ea typeface="Lexend"/>
                <a:cs typeface="Lexend"/>
                <a:sym typeface="Lexend"/>
              </a:rPr>
              <a:t>Objective:</a:t>
            </a:r>
            <a:r>
              <a:rPr lang="en" sz="1600"/>
              <a:t> Analyze key factors that influence the resale price of used cars in the UAE.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latin typeface="Lexend"/>
                <a:ea typeface="Lexend"/>
                <a:cs typeface="Lexend"/>
                <a:sym typeface="Lexend"/>
              </a:rPr>
              <a:t>Source:</a:t>
            </a:r>
            <a:r>
              <a:rPr lang="en" sz="1600"/>
              <a:t> Kaggle dataset titled “UAE Used Cars Analysis” by Mohamed Saad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Size: ~10,000 used car listings across UAE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Cities Covered: Dubai, Abu Dhabi, Sharjah, and others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250" name="Google Shape;2250;p77"/>
          <p:cNvSpPr txBox="1"/>
          <p:nvPr>
            <p:ph type="title"/>
          </p:nvPr>
        </p:nvSpPr>
        <p:spPr>
          <a:xfrm>
            <a:off x="208725" y="344175"/>
            <a:ext cx="54666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Informational </a:t>
            </a:r>
            <a:endParaRPr/>
          </a:p>
        </p:txBody>
      </p:sp>
      <p:sp>
        <p:nvSpPr>
          <p:cNvPr id="2251" name="Google Shape;2251;p77"/>
          <p:cNvSpPr txBox="1"/>
          <p:nvPr>
            <p:ph idx="3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2" name="Google Shape;2252;p77"/>
          <p:cNvSpPr txBox="1"/>
          <p:nvPr>
            <p:ph idx="4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3" name="Google Shape;2253;p77"/>
          <p:cNvSpPr txBox="1"/>
          <p:nvPr/>
        </p:nvSpPr>
        <p:spPr>
          <a:xfrm>
            <a:off x="6289050" y="1276625"/>
            <a:ext cx="2937000" cy="43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Light"/>
              <a:buChar char="●"/>
            </a:pP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Key Features Included: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○"/>
            </a:pP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Make &amp; model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○"/>
            </a:pP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Manufacturing </a:t>
            </a: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year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○"/>
            </a:pP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Price &amp; mileage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○"/>
            </a:pP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Fuel type &amp; transmission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○"/>
            </a:pP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Body type &amp; engine size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○"/>
            </a:pP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Sale location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7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78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9" name="Google Shape;2259;p78"/>
          <p:cNvSpPr txBox="1"/>
          <p:nvPr>
            <p:ph idx="2" type="subTitle"/>
          </p:nvPr>
        </p:nvSpPr>
        <p:spPr>
          <a:xfrm>
            <a:off x="114300" y="1086025"/>
            <a:ext cx="8223600" cy="21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How does mileage affect resale price?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Does transmission type (automatic vs. manual) impact value?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Which features (e.g., brand, body type, location) matter most?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Does the interaction between mileage and brand/body type change its impact?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Is the mileage-price relationship linear or curved?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Which subset of variables best predicts price?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260" name="Google Shape;2260;p78"/>
          <p:cNvSpPr txBox="1"/>
          <p:nvPr>
            <p:ph type="title"/>
          </p:nvPr>
        </p:nvSpPr>
        <p:spPr>
          <a:xfrm>
            <a:off x="515850" y="268200"/>
            <a:ext cx="8112300" cy="25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900"/>
              <a:t>Main Research Questions:</a:t>
            </a:r>
            <a:endParaRPr sz="4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00"/>
          </a:p>
        </p:txBody>
      </p:sp>
      <p:sp>
        <p:nvSpPr>
          <p:cNvPr id="2261" name="Google Shape;2261;p78"/>
          <p:cNvSpPr txBox="1"/>
          <p:nvPr>
            <p:ph idx="3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78"/>
          <p:cNvSpPr txBox="1"/>
          <p:nvPr>
            <p:ph idx="4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6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p79"/>
          <p:cNvSpPr/>
          <p:nvPr/>
        </p:nvSpPr>
        <p:spPr>
          <a:xfrm>
            <a:off x="177225" y="1086025"/>
            <a:ext cx="3632700" cy="17919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79"/>
          <p:cNvSpPr/>
          <p:nvPr/>
        </p:nvSpPr>
        <p:spPr>
          <a:xfrm>
            <a:off x="4257200" y="1150249"/>
            <a:ext cx="3891900" cy="11442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69" name="Google Shape;2269;p79"/>
          <p:cNvGrpSpPr/>
          <p:nvPr/>
        </p:nvGrpSpPr>
        <p:grpSpPr>
          <a:xfrm>
            <a:off x="4350513" y="1251565"/>
            <a:ext cx="277873" cy="68400"/>
            <a:chOff x="5024113" y="2416840"/>
            <a:chExt cx="277873" cy="68400"/>
          </a:xfrm>
        </p:grpSpPr>
        <p:sp>
          <p:nvSpPr>
            <p:cNvPr id="2270" name="Google Shape;2270;p79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79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79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3" name="Google Shape;2273;p79"/>
          <p:cNvGrpSpPr/>
          <p:nvPr/>
        </p:nvGrpSpPr>
        <p:grpSpPr>
          <a:xfrm>
            <a:off x="235350" y="1163465"/>
            <a:ext cx="277873" cy="68400"/>
            <a:chOff x="411700" y="2416840"/>
            <a:chExt cx="277873" cy="68400"/>
          </a:xfrm>
        </p:grpSpPr>
        <p:sp>
          <p:nvSpPr>
            <p:cNvPr id="2274" name="Google Shape;2274;p7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7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7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7" name="Google Shape;2277;p79"/>
          <p:cNvSpPr txBox="1"/>
          <p:nvPr>
            <p:ph idx="4" type="subTitle"/>
          </p:nvPr>
        </p:nvSpPr>
        <p:spPr>
          <a:xfrm>
            <a:off x="167325" y="1294825"/>
            <a:ext cx="3891900" cy="19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Market Relevance:</a:t>
            </a:r>
            <a:endParaRPr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The UAE has a diverse, high-turnover car market with a mix of luxury and economy brands, making it ideal for studying price variation.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p79"/>
          <p:cNvSpPr txBox="1"/>
          <p:nvPr>
            <p:ph idx="5" type="subTitle"/>
          </p:nvPr>
        </p:nvSpPr>
        <p:spPr>
          <a:xfrm>
            <a:off x="4242900" y="1382925"/>
            <a:ext cx="3891900" cy="8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Not Universally </a:t>
            </a:r>
            <a:r>
              <a:rPr lang="en"/>
              <a:t>Applicable</a:t>
            </a:r>
            <a:r>
              <a:rPr lang="en"/>
              <a:t>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300"/>
              <a:t>UAE market trends may not reflect global or American car markets.</a:t>
            </a:r>
            <a:endParaRPr sz="1300"/>
          </a:p>
        </p:txBody>
      </p:sp>
      <p:sp>
        <p:nvSpPr>
          <p:cNvPr id="2279" name="Google Shape;2279;p79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p79"/>
          <p:cNvSpPr txBox="1"/>
          <p:nvPr>
            <p:ph idx="3" type="body"/>
          </p:nvPr>
        </p:nvSpPr>
        <p:spPr>
          <a:xfrm>
            <a:off x="311700" y="-55175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UAE? </a:t>
            </a:r>
            <a:endParaRPr/>
          </a:p>
        </p:txBody>
      </p:sp>
      <p:sp>
        <p:nvSpPr>
          <p:cNvPr id="2281" name="Google Shape;2281;p79"/>
          <p:cNvSpPr/>
          <p:nvPr/>
        </p:nvSpPr>
        <p:spPr>
          <a:xfrm>
            <a:off x="167325" y="392902"/>
            <a:ext cx="1953600" cy="630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2" name="Google Shape;2282;p79"/>
          <p:cNvSpPr/>
          <p:nvPr/>
        </p:nvSpPr>
        <p:spPr>
          <a:xfrm>
            <a:off x="4178591" y="455725"/>
            <a:ext cx="1953600" cy="6303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Negatives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3" name="Google Shape;2283;p79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84" name="Google Shape;228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225" y="3111975"/>
            <a:ext cx="24574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5" name="Google Shape;228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7650" y="3288188"/>
            <a:ext cx="180975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6" name="Google Shape;2286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1063" y="2823425"/>
            <a:ext cx="2371725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7" name="Google Shape;2287;p79"/>
          <p:cNvPicPr preferRelativeResize="0"/>
          <p:nvPr/>
        </p:nvPicPr>
        <p:blipFill rotWithShape="1">
          <a:blip r:embed="rId6">
            <a:alphaModFix/>
          </a:blip>
          <a:srcRect b="0" l="6740" r="-6739" t="0"/>
          <a:stretch/>
        </p:blipFill>
        <p:spPr>
          <a:xfrm>
            <a:off x="7200900" y="2823425"/>
            <a:ext cx="19431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p80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80"/>
          <p:cNvSpPr txBox="1"/>
          <p:nvPr>
            <p:ph idx="2" type="subTitle"/>
          </p:nvPr>
        </p:nvSpPr>
        <p:spPr>
          <a:xfrm>
            <a:off x="222050" y="1249300"/>
            <a:ext cx="5380800" cy="3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Equation: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E(y) = β₀ + β₁x₁</a:t>
            </a: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Hypothesis Test: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H₀: β₁ = 0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vs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Hₐ: β₁ ≠ 0</a:t>
            </a: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Model Summary: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R² = 0.0001, Adjusted R² = 0.00001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F Ratio = 1.1415, p-value = 0.2854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Mileage coefficient = 0.0601, p = 0.2854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Durbin-Watson = 1.98 (no autocorrelation)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RMSE = 470,974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This model tested if mileage could predict car prices, but the results weren’t strong. The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p-value was 0.2854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so mileage isn’t a significant factor on its own. The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R² was basically zero (0.0001)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which means the model doesn’t explain much at all.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Even though the residuals looked okay (Durbin-Watson ≈ 2), the model had a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huge error (RMSE = 470,974)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Overall: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Mileage by itself doesn’t tell us much about car prices. We need more variables like brand, body type, or year to build a better model.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80"/>
          <p:cNvSpPr txBox="1"/>
          <p:nvPr>
            <p:ph type="title"/>
          </p:nvPr>
        </p:nvSpPr>
        <p:spPr>
          <a:xfrm>
            <a:off x="114300" y="344200"/>
            <a:ext cx="4636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Model 1: Simple Linear Regression (Mileage Only)</a:t>
            </a:r>
            <a:endParaRPr sz="1700"/>
          </a:p>
        </p:txBody>
      </p:sp>
      <p:sp>
        <p:nvSpPr>
          <p:cNvPr id="2295" name="Google Shape;2295;p80"/>
          <p:cNvSpPr txBox="1"/>
          <p:nvPr>
            <p:ph idx="3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80"/>
          <p:cNvSpPr txBox="1"/>
          <p:nvPr>
            <p:ph idx="4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97" name="Google Shape;229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1794" y="637223"/>
            <a:ext cx="1707906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8" name="Google Shape;2298;p80"/>
          <p:cNvPicPr preferRelativeResize="0"/>
          <p:nvPr/>
        </p:nvPicPr>
        <p:blipFill rotWithShape="1">
          <a:blip r:embed="rId4">
            <a:alphaModFix/>
          </a:blip>
          <a:srcRect b="-4195" l="0" r="0" t="-4205"/>
          <a:stretch/>
        </p:blipFill>
        <p:spPr>
          <a:xfrm>
            <a:off x="6057363" y="4000025"/>
            <a:ext cx="299085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9" name="Google Shape;2299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5438" y="3047588"/>
            <a:ext cx="315277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0" name="Google Shape;2300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9713" y="1685250"/>
            <a:ext cx="312420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1" name="Google Shape;2301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98200" y="637213"/>
            <a:ext cx="2476500" cy="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81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81"/>
          <p:cNvSpPr txBox="1"/>
          <p:nvPr>
            <p:ph idx="2" type="subTitle"/>
          </p:nvPr>
        </p:nvSpPr>
        <p:spPr>
          <a:xfrm>
            <a:off x="208725" y="1221450"/>
            <a:ext cx="3718800" cy="27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Equation: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E(y) = β₀ + β₁x₁ + β₂x₂ + ... + β₇₈x₇₈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Hypothesis Test: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H₀: All β's = 0 vs Hₐ: At least one β ≠ 0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Model Summary: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R² = 0.4792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Adjusted R² = 0.4751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 Ratio = 117.05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p-value &lt; 0.0001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Mileage p = 0.3505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Transmission p = 0.5728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Durbin-Watson = 1.998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(no autocorrelation)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RMSE = 341,210.7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This model tested whether features like brand, body type, mileage, and transmission can predict car prices. The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p-value is very small (&lt; 0.0001)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which means the model is statistically strong. The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R² is 0.48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so it explains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48% of the variation in prices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 big improvement from before.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81"/>
          <p:cNvSpPr txBox="1"/>
          <p:nvPr>
            <p:ph type="title"/>
          </p:nvPr>
        </p:nvSpPr>
        <p:spPr>
          <a:xfrm>
            <a:off x="208725" y="344175"/>
            <a:ext cx="53409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2</a:t>
            </a:r>
            <a:endParaRPr/>
          </a:p>
        </p:txBody>
      </p:sp>
      <p:sp>
        <p:nvSpPr>
          <p:cNvPr id="2309" name="Google Shape;2309;p81"/>
          <p:cNvSpPr txBox="1"/>
          <p:nvPr>
            <p:ph idx="3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81"/>
          <p:cNvSpPr txBox="1"/>
          <p:nvPr>
            <p:ph idx="4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1" name="Google Shape;231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2725" y="423450"/>
            <a:ext cx="246697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2" name="Google Shape;2312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5625" y="404400"/>
            <a:ext cx="2505075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3" name="Google Shape;2313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6575" y="1435950"/>
            <a:ext cx="2143125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4" name="Google Shape;2314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03833" y="2674113"/>
            <a:ext cx="2430092" cy="650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5" name="Google Shape;2315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27488" y="1447013"/>
            <a:ext cx="2867025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6" name="Google Shape;2316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67085" y="2534200"/>
            <a:ext cx="2505075" cy="975497"/>
          </a:xfrm>
          <a:prstGeom prst="rect">
            <a:avLst/>
          </a:prstGeom>
          <a:noFill/>
          <a:ln>
            <a:noFill/>
          </a:ln>
        </p:spPr>
      </p:pic>
      <p:sp>
        <p:nvSpPr>
          <p:cNvPr id="2317" name="Google Shape;2317;p81"/>
          <p:cNvSpPr txBox="1"/>
          <p:nvPr>
            <p:ph idx="2" type="subTitle"/>
          </p:nvPr>
        </p:nvSpPr>
        <p:spPr>
          <a:xfrm>
            <a:off x="167325" y="3944550"/>
            <a:ext cx="88623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ileage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transmission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don’t seem helpful alone (both have high p-values), but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brand and body type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are very important (p &lt; 0.0001). Brands like Ferrari or Rolls-Royce and body types like SUVs or sedans really affect price.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Even though the residuals had a bit of spread, the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Durbin-Watson value near 2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means no autocorrelation. The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error (RMSE)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was also much lower than Model 1.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Google Shape;2322;p82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82"/>
          <p:cNvSpPr txBox="1"/>
          <p:nvPr>
            <p:ph idx="2" type="subTitle"/>
          </p:nvPr>
        </p:nvSpPr>
        <p:spPr>
          <a:xfrm>
            <a:off x="175475" y="1193300"/>
            <a:ext cx="5562000" cy="3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What are the most important predictors of car price?</a:t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u="sng"/>
              <a:t>Model Performance</a:t>
            </a:r>
            <a:endParaRPr sz="1300" u="sng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/>
              <a:t>R² = 0.52 → Explains 52% of the variance in used car prices.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/>
              <a:t>P-value &lt; 0.0001 → At least one variable is significantly associated with price.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 u="sng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Make – Brand influences perceived value and reliability.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Body Type – Sedans, SUVs, trucks, etc. have different market values.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Cylinders – Engine size affects performance and price.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Fuel Type – Gas, diesel, hybrid, or electric influence demand and cost.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Color – Aesthetic preferences and resale value factors.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Location – Regional demand and supply impact pricing.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324" name="Google Shape;2324;p82"/>
          <p:cNvSpPr txBox="1"/>
          <p:nvPr>
            <p:ph type="title"/>
          </p:nvPr>
        </p:nvSpPr>
        <p:spPr>
          <a:xfrm>
            <a:off x="175475" y="268200"/>
            <a:ext cx="32058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3</a:t>
            </a:r>
            <a:endParaRPr/>
          </a:p>
        </p:txBody>
      </p:sp>
      <p:sp>
        <p:nvSpPr>
          <p:cNvPr id="2325" name="Google Shape;2325;p82"/>
          <p:cNvSpPr txBox="1"/>
          <p:nvPr>
            <p:ph idx="3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82"/>
          <p:cNvSpPr txBox="1"/>
          <p:nvPr>
            <p:ph idx="4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7" name="Google Shape;232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3575" y="268200"/>
            <a:ext cx="302895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8" name="Google Shape;2328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9827" y="1735388"/>
            <a:ext cx="3296450" cy="1672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9" name="Google Shape;2329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3800" y="3637050"/>
            <a:ext cx="3388500" cy="108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3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p83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83"/>
          <p:cNvSpPr txBox="1"/>
          <p:nvPr>
            <p:ph idx="2" type="subTitle"/>
          </p:nvPr>
        </p:nvSpPr>
        <p:spPr>
          <a:xfrm>
            <a:off x="-417725" y="2821838"/>
            <a:ext cx="6100800" cy="18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u="sng"/>
              <a:t>Model Performance</a:t>
            </a:r>
            <a:endParaRPr sz="1400" u="sng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R² = 0.37 → Explains 37% of the variance in used car prices.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Low P-values → Predictors are statistically significant.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Higher F-ratio for Make → Make has the strongest influence, even when mileage is the same.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 u="sng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83"/>
          <p:cNvSpPr txBox="1"/>
          <p:nvPr>
            <p:ph type="title"/>
          </p:nvPr>
        </p:nvSpPr>
        <p:spPr>
          <a:xfrm>
            <a:off x="175475" y="355800"/>
            <a:ext cx="53409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4</a:t>
            </a:r>
            <a:endParaRPr/>
          </a:p>
        </p:txBody>
      </p:sp>
      <p:sp>
        <p:nvSpPr>
          <p:cNvPr id="2337" name="Google Shape;2337;p83"/>
          <p:cNvSpPr txBox="1"/>
          <p:nvPr>
            <p:ph idx="3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83"/>
          <p:cNvSpPr txBox="1"/>
          <p:nvPr>
            <p:ph idx="4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9" name="Google Shape;233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3075" y="355800"/>
            <a:ext cx="29908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0" name="Google Shape;2340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6850" y="1764575"/>
            <a:ext cx="32766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1" name="Google Shape;2341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7275" y="3011425"/>
            <a:ext cx="367665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2" name="Google Shape;2342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7225" y="4062400"/>
            <a:ext cx="4076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3" name="Google Shape;2343;p83"/>
          <p:cNvSpPr txBox="1"/>
          <p:nvPr/>
        </p:nvSpPr>
        <p:spPr>
          <a:xfrm>
            <a:off x="321475" y="1428750"/>
            <a:ext cx="503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model we decided to look more into the effect of mileage differences across car types or brands.</a:t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p84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p84"/>
          <p:cNvSpPr txBox="1"/>
          <p:nvPr>
            <p:ph idx="2" type="subTitle"/>
          </p:nvPr>
        </p:nvSpPr>
        <p:spPr>
          <a:xfrm>
            <a:off x="4907450" y="45840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Lexend"/>
                <a:ea typeface="Lexend"/>
                <a:cs typeface="Lexend"/>
                <a:sym typeface="Lexend"/>
              </a:rPr>
              <a:t>Stepwise model with 3 progression </a:t>
            </a:r>
            <a:endParaRPr b="1" sz="1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0" name="Google Shape;2350;p84"/>
          <p:cNvSpPr txBox="1"/>
          <p:nvPr>
            <p:ph type="title"/>
          </p:nvPr>
        </p:nvSpPr>
        <p:spPr>
          <a:xfrm>
            <a:off x="208725" y="344175"/>
            <a:ext cx="53409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5</a:t>
            </a:r>
            <a:endParaRPr/>
          </a:p>
        </p:txBody>
      </p:sp>
      <p:sp>
        <p:nvSpPr>
          <p:cNvPr id="2351" name="Google Shape;2351;p84"/>
          <p:cNvSpPr txBox="1"/>
          <p:nvPr>
            <p:ph idx="3" type="body"/>
          </p:nvPr>
        </p:nvSpPr>
        <p:spPr>
          <a:xfrm>
            <a:off x="5853500" y="21153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p84"/>
          <p:cNvSpPr txBox="1"/>
          <p:nvPr>
            <p:ph idx="4" type="body"/>
          </p:nvPr>
        </p:nvSpPr>
        <p:spPr>
          <a:xfrm>
            <a:off x="280150" y="1221875"/>
            <a:ext cx="3848700" cy="51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lang="en" sz="1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hoose Year, Mileage, Make and Location.</a:t>
            </a:r>
            <a:endParaRPr b="1" sz="12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RSquare of 0.3773( 37.73% variance explained) with 2 parameters. It reaches a peak RSquare of 0.4629 with 26 parameters</a:t>
            </a:r>
            <a:endParaRPr b="1" sz="12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RSquare : 0.4586</a:t>
            </a:r>
            <a:endParaRPr b="1" sz="12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Cp: -27.06 (Minimum in this range)</a:t>
            </a:r>
            <a:endParaRPr b="1" sz="12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AICc: 283516</a:t>
            </a:r>
            <a:endParaRPr b="1" sz="12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BIC: 283595 ( Lowest BIC value)</a:t>
            </a:r>
            <a:endParaRPr b="1" sz="12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simpler model (10 predictors) may be preferable unless a slight RSquare boost justifies complexity. </a:t>
            </a:r>
            <a:endParaRPr b="1" sz="12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3" name="Google Shape;235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5050" y="1156825"/>
            <a:ext cx="4189475" cy="349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7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85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9" name="Google Shape;2359;p85"/>
          <p:cNvSpPr txBox="1"/>
          <p:nvPr>
            <p:ph idx="2" type="subTitle"/>
          </p:nvPr>
        </p:nvSpPr>
        <p:spPr>
          <a:xfrm>
            <a:off x="4445850" y="39547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Non-linear model, </a:t>
            </a:r>
            <a:r>
              <a:rPr b="1" lang="en" sz="14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 a squared mileage term (Mileage²) to capture possible non-linear trends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0" name="Google Shape;2360;p85"/>
          <p:cNvSpPr txBox="1"/>
          <p:nvPr>
            <p:ph type="title"/>
          </p:nvPr>
        </p:nvSpPr>
        <p:spPr>
          <a:xfrm>
            <a:off x="185150" y="344175"/>
            <a:ext cx="53409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6</a:t>
            </a:r>
            <a:endParaRPr/>
          </a:p>
        </p:txBody>
      </p:sp>
      <p:sp>
        <p:nvSpPr>
          <p:cNvPr id="2361" name="Google Shape;2361;p85"/>
          <p:cNvSpPr txBox="1"/>
          <p:nvPr>
            <p:ph idx="3" type="body"/>
          </p:nvPr>
        </p:nvSpPr>
        <p:spPr>
          <a:xfrm>
            <a:off x="6160200" y="2036675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2" name="Google Shape;2362;p85"/>
          <p:cNvSpPr txBox="1"/>
          <p:nvPr>
            <p:ph idx="4" type="body"/>
          </p:nvPr>
        </p:nvSpPr>
        <p:spPr>
          <a:xfrm>
            <a:off x="413850" y="1651300"/>
            <a:ext cx="3810300" cy="30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R² = 0.000115</a:t>
            </a:r>
            <a:endParaRPr b="1" sz="12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Adjusted R² = –0.0000848</a:t>
            </a:r>
            <a:endParaRPr b="1" sz="12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Ratio = 0.5761</a:t>
            </a:r>
            <a:endParaRPr b="1" sz="12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Mileage p-value = 0.8821</a:t>
            </a:r>
            <a:endParaRPr b="1" sz="12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Mileage² p-value = 0.9171</a:t>
            </a:r>
            <a:endParaRPr b="1" sz="12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Durbin-Watson = 1.98 (no autocorrelation)</a:t>
            </a:r>
            <a:endParaRPr b="1" sz="12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RMSE = 470,997 AED</a:t>
            </a:r>
            <a:endParaRPr b="1" sz="12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3" name="Google Shape;236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7850" y="1371600"/>
            <a:ext cx="2107125" cy="3042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4" name="Google Shape;2364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4550" y="1651300"/>
            <a:ext cx="2619375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p86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86"/>
          <p:cNvSpPr txBox="1"/>
          <p:nvPr>
            <p:ph idx="2" type="subTitle"/>
          </p:nvPr>
        </p:nvSpPr>
        <p:spPr>
          <a:xfrm>
            <a:off x="4751075" y="458400"/>
            <a:ext cx="4392900" cy="45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Initial Finding: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Mileage alone explains almost none of the variation in used car prices.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Model Improvements: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Adding variables like make, transmission, body type, location, and year greatly improved model performance.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Final Insight: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Make and Location are the most critical predictors of used car prices in the UAE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371" name="Google Shape;2371;p86"/>
          <p:cNvSpPr txBox="1"/>
          <p:nvPr>
            <p:ph type="title"/>
          </p:nvPr>
        </p:nvSpPr>
        <p:spPr>
          <a:xfrm>
            <a:off x="208725" y="344175"/>
            <a:ext cx="53409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2372" name="Google Shape;2372;p86"/>
          <p:cNvSpPr txBox="1"/>
          <p:nvPr>
            <p:ph idx="3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3" name="Google Shape;2373;p86"/>
          <p:cNvSpPr txBox="1"/>
          <p:nvPr>
            <p:ph idx="4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4" name="Google Shape;237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150" y="1569250"/>
            <a:ext cx="373380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5" name="Google Shape;2375;p86"/>
          <p:cNvSpPr txBox="1"/>
          <p:nvPr/>
        </p:nvSpPr>
        <p:spPr>
          <a:xfrm>
            <a:off x="321475" y="4381500"/>
            <a:ext cx="42504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The plot illustrates how (Make) influences price residuals and the differences between predicted and actual prices.</a:t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9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380;p87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1" name="Google Shape;2381;p87"/>
          <p:cNvSpPr txBox="1"/>
          <p:nvPr>
            <p:ph idx="2" type="subTitle"/>
          </p:nvPr>
        </p:nvSpPr>
        <p:spPr>
          <a:xfrm>
            <a:off x="4751075" y="1485900"/>
            <a:ext cx="4190400" cy="33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Price ranges in the UAE are significantly higher than in typical U.S. markets, due to the presence of more luxury and exotic vehicles.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However, the core pricing patterns such as the strong influence of make, location, and vehicle type can still apply to other countries.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This analysis highlights how regression modeling can reveal the most important price drivers in any market, and could be adapted to U.S. data for further comparison.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2" name="Google Shape;2382;p87"/>
          <p:cNvSpPr txBox="1"/>
          <p:nvPr>
            <p:ph type="title"/>
          </p:nvPr>
        </p:nvSpPr>
        <p:spPr>
          <a:xfrm>
            <a:off x="208725" y="344175"/>
            <a:ext cx="56373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Thoughts</a:t>
            </a:r>
            <a:endParaRPr/>
          </a:p>
        </p:txBody>
      </p:sp>
      <p:sp>
        <p:nvSpPr>
          <p:cNvPr id="2383" name="Google Shape;2383;p87"/>
          <p:cNvSpPr txBox="1"/>
          <p:nvPr>
            <p:ph idx="3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4" name="Google Shape;2384;p87"/>
          <p:cNvSpPr txBox="1"/>
          <p:nvPr>
            <p:ph idx="4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5" name="Google Shape;2385;p87"/>
          <p:cNvGrpSpPr/>
          <p:nvPr/>
        </p:nvGrpSpPr>
        <p:grpSpPr>
          <a:xfrm>
            <a:off x="311693" y="1892897"/>
            <a:ext cx="4190230" cy="1726428"/>
            <a:chOff x="2267909" y="2831175"/>
            <a:chExt cx="4608193" cy="1982804"/>
          </a:xfrm>
        </p:grpSpPr>
        <p:grpSp>
          <p:nvGrpSpPr>
            <p:cNvPr id="2386" name="Google Shape;2386;p87"/>
            <p:cNvGrpSpPr/>
            <p:nvPr/>
          </p:nvGrpSpPr>
          <p:grpSpPr>
            <a:xfrm>
              <a:off x="2267909" y="3080044"/>
              <a:ext cx="4608193" cy="1733935"/>
              <a:chOff x="5485193" y="340487"/>
              <a:chExt cx="3462464" cy="1302829"/>
            </a:xfrm>
          </p:grpSpPr>
          <p:sp>
            <p:nvSpPr>
              <p:cNvPr id="2387" name="Google Shape;2387;p87"/>
              <p:cNvSpPr/>
              <p:nvPr/>
            </p:nvSpPr>
            <p:spPr>
              <a:xfrm>
                <a:off x="5485193" y="340487"/>
                <a:ext cx="3462464" cy="1296479"/>
              </a:xfrm>
              <a:custGeom>
                <a:rect b="b" l="l" r="r" t="t"/>
                <a:pathLst>
                  <a:path extrusionOk="0" h="1296479" w="3462464">
                    <a:moveTo>
                      <a:pt x="0" y="0"/>
                    </a:moveTo>
                    <a:lnTo>
                      <a:pt x="3462464" y="0"/>
                    </a:lnTo>
                    <a:lnTo>
                      <a:pt x="3462464" y="1296480"/>
                    </a:lnTo>
                    <a:lnTo>
                      <a:pt x="0" y="129648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88" name="Google Shape;2388;p87"/>
              <p:cNvSpPr/>
              <p:nvPr/>
            </p:nvSpPr>
            <p:spPr>
              <a:xfrm>
                <a:off x="784021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89" name="Google Shape;2389;p87"/>
              <p:cNvSpPr/>
              <p:nvPr/>
            </p:nvSpPr>
            <p:spPr>
              <a:xfrm>
                <a:off x="802481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90" name="Google Shape;2390;p87"/>
              <p:cNvSpPr/>
              <p:nvPr/>
            </p:nvSpPr>
            <p:spPr>
              <a:xfrm>
                <a:off x="820934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91" name="Google Shape;2391;p87"/>
              <p:cNvSpPr/>
              <p:nvPr/>
            </p:nvSpPr>
            <p:spPr>
              <a:xfrm>
                <a:off x="839393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92" name="Google Shape;2392;p87"/>
              <p:cNvSpPr/>
              <p:nvPr/>
            </p:nvSpPr>
            <p:spPr>
              <a:xfrm>
                <a:off x="857853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93" name="Google Shape;2393;p87"/>
              <p:cNvSpPr/>
              <p:nvPr/>
            </p:nvSpPr>
            <p:spPr>
              <a:xfrm>
                <a:off x="876306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94" name="Google Shape;2394;p87"/>
              <p:cNvSpPr/>
              <p:nvPr/>
            </p:nvSpPr>
            <p:spPr>
              <a:xfrm>
                <a:off x="675500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95" name="Google Shape;2395;p87"/>
              <p:cNvSpPr/>
              <p:nvPr/>
            </p:nvSpPr>
            <p:spPr>
              <a:xfrm>
                <a:off x="69395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96" name="Google Shape;2396;p87"/>
              <p:cNvSpPr/>
              <p:nvPr/>
            </p:nvSpPr>
            <p:spPr>
              <a:xfrm>
                <a:off x="712412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97" name="Google Shape;2397;p87"/>
              <p:cNvSpPr/>
              <p:nvPr/>
            </p:nvSpPr>
            <p:spPr>
              <a:xfrm>
                <a:off x="730872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98" name="Google Shape;2398;p87"/>
              <p:cNvSpPr/>
              <p:nvPr/>
            </p:nvSpPr>
            <p:spPr>
              <a:xfrm>
                <a:off x="749331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99" name="Google Shape;2399;p87"/>
              <p:cNvSpPr/>
              <p:nvPr/>
            </p:nvSpPr>
            <p:spPr>
              <a:xfrm>
                <a:off x="767791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400" name="Google Shape;2400;p87"/>
              <p:cNvSpPr/>
              <p:nvPr/>
            </p:nvSpPr>
            <p:spPr>
              <a:xfrm>
                <a:off x="566978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401" name="Google Shape;2401;p87"/>
              <p:cNvSpPr/>
              <p:nvPr/>
            </p:nvSpPr>
            <p:spPr>
              <a:xfrm>
                <a:off x="585438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402" name="Google Shape;2402;p87"/>
              <p:cNvSpPr/>
              <p:nvPr/>
            </p:nvSpPr>
            <p:spPr>
              <a:xfrm>
                <a:off x="603897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403" name="Google Shape;2403;p87"/>
              <p:cNvSpPr/>
              <p:nvPr/>
            </p:nvSpPr>
            <p:spPr>
              <a:xfrm>
                <a:off x="622350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404" name="Google Shape;2404;p87"/>
              <p:cNvSpPr/>
              <p:nvPr/>
            </p:nvSpPr>
            <p:spPr>
              <a:xfrm>
                <a:off x="640810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405" name="Google Shape;2405;p87"/>
              <p:cNvSpPr/>
              <p:nvPr/>
            </p:nvSpPr>
            <p:spPr>
              <a:xfrm>
                <a:off x="65926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406" name="Google Shape;2406;p87"/>
              <p:cNvSpPr/>
              <p:nvPr/>
            </p:nvSpPr>
            <p:spPr>
              <a:xfrm>
                <a:off x="5485193" y="525653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407" name="Google Shape;2407;p87"/>
              <p:cNvSpPr/>
              <p:nvPr/>
            </p:nvSpPr>
            <p:spPr>
              <a:xfrm>
                <a:off x="5485193" y="145173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408" name="Google Shape;2408;p87"/>
              <p:cNvSpPr/>
              <p:nvPr/>
            </p:nvSpPr>
            <p:spPr>
              <a:xfrm>
                <a:off x="5485193" y="1636966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409" name="Google Shape;2409;p87"/>
              <p:cNvSpPr/>
              <p:nvPr/>
            </p:nvSpPr>
            <p:spPr>
              <a:xfrm>
                <a:off x="5485193" y="126650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410" name="Google Shape;2410;p87"/>
              <p:cNvSpPr/>
              <p:nvPr/>
            </p:nvSpPr>
            <p:spPr>
              <a:xfrm>
                <a:off x="5485193" y="1081278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411" name="Google Shape;2411;p87"/>
              <p:cNvSpPr/>
              <p:nvPr/>
            </p:nvSpPr>
            <p:spPr>
              <a:xfrm>
                <a:off x="5485193" y="89611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412" name="Google Shape;2412;p87"/>
              <p:cNvSpPr/>
              <p:nvPr/>
            </p:nvSpPr>
            <p:spPr>
              <a:xfrm>
                <a:off x="5485193" y="71088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2413" name="Google Shape;2413;p87"/>
            <p:cNvSpPr/>
            <p:nvPr/>
          </p:nvSpPr>
          <p:spPr>
            <a:xfrm>
              <a:off x="2764500" y="3326025"/>
              <a:ext cx="1195167" cy="737592"/>
            </a:xfrm>
            <a:custGeom>
              <a:rect b="b" l="l" r="r" t="t"/>
              <a:pathLst>
                <a:path extrusionOk="0" h="555625" w="922909">
                  <a:moveTo>
                    <a:pt x="0" y="0"/>
                  </a:moveTo>
                  <a:lnTo>
                    <a:pt x="922909" y="0"/>
                  </a:lnTo>
                  <a:lnTo>
                    <a:pt x="922909" y="555625"/>
                  </a:lnTo>
                  <a:lnTo>
                    <a:pt x="0" y="555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14" name="Google Shape;2414;p87"/>
            <p:cNvSpPr/>
            <p:nvPr/>
          </p:nvSpPr>
          <p:spPr>
            <a:xfrm>
              <a:off x="5406200" y="2831175"/>
              <a:ext cx="974139" cy="985252"/>
            </a:xfrm>
            <a:custGeom>
              <a:rect b="b" l="l" r="r" t="t"/>
              <a:pathLst>
                <a:path extrusionOk="0" h="740791" w="740790">
                  <a:moveTo>
                    <a:pt x="740791" y="370395"/>
                  </a:moveTo>
                  <a:cubicBezTo>
                    <a:pt x="740791" y="574959"/>
                    <a:pt x="574959" y="740791"/>
                    <a:pt x="370396" y="740791"/>
                  </a:cubicBezTo>
                  <a:cubicBezTo>
                    <a:pt x="165832" y="740791"/>
                    <a:pt x="0" y="574959"/>
                    <a:pt x="0" y="370395"/>
                  </a:cubicBezTo>
                  <a:cubicBezTo>
                    <a:pt x="0" y="165832"/>
                    <a:pt x="165832" y="0"/>
                    <a:pt x="370396" y="0"/>
                  </a:cubicBezTo>
                  <a:cubicBezTo>
                    <a:pt x="574959" y="0"/>
                    <a:pt x="740791" y="165832"/>
                    <a:pt x="740791" y="3703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15" name="Google Shape;2415;p87"/>
            <p:cNvSpPr/>
            <p:nvPr/>
          </p:nvSpPr>
          <p:spPr>
            <a:xfrm>
              <a:off x="4203775" y="3816425"/>
              <a:ext cx="736446" cy="738062"/>
            </a:xfrm>
            <a:custGeom>
              <a:rect b="b" l="l" r="r" t="t"/>
              <a:pathLst>
                <a:path extrusionOk="0" h="581151" w="553719">
                  <a:moveTo>
                    <a:pt x="553720" y="581152"/>
                  </a:moveTo>
                  <a:lnTo>
                    <a:pt x="0" y="581152"/>
                  </a:lnTo>
                  <a:lnTo>
                    <a:pt x="0" y="0"/>
                  </a:lnTo>
                  <a:lnTo>
                    <a:pt x="553720" y="5811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9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Google Shape;2420;p88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1" name="Google Shape;2421;p88"/>
          <p:cNvSpPr txBox="1"/>
          <p:nvPr>
            <p:ph idx="2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2" name="Google Shape;2422;p88"/>
          <p:cNvSpPr txBox="1"/>
          <p:nvPr>
            <p:ph type="title"/>
          </p:nvPr>
        </p:nvSpPr>
        <p:spPr>
          <a:xfrm>
            <a:off x="208725" y="344175"/>
            <a:ext cx="53409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88"/>
          <p:cNvSpPr txBox="1"/>
          <p:nvPr>
            <p:ph idx="3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4" name="Google Shape;2424;p88"/>
          <p:cNvSpPr txBox="1"/>
          <p:nvPr>
            <p:ph idx="4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t To Know Me">
  <a:themeElements>
    <a:clrScheme name="Simple Light">
      <a:dk1>
        <a:srgbClr val="000000"/>
      </a:dk1>
      <a:lt1>
        <a:srgbClr val="4F4F4F"/>
      </a:lt1>
      <a:dk2>
        <a:srgbClr val="E7E7E7"/>
      </a:dk2>
      <a:lt2>
        <a:srgbClr val="FFFFFF"/>
      </a:lt2>
      <a:accent1>
        <a:srgbClr val="F4F2F2"/>
      </a:accent1>
      <a:accent2>
        <a:srgbClr val="119BFE"/>
      </a:accent2>
      <a:accent3>
        <a:srgbClr val="FF6B4D"/>
      </a:accent3>
      <a:accent4>
        <a:srgbClr val="28C840"/>
      </a:accent4>
      <a:accent5>
        <a:srgbClr val="FFC600"/>
      </a:accent5>
      <a:accent6>
        <a:srgbClr val="CCCCCC"/>
      </a:accent6>
      <a:hlink>
        <a:srgbClr val="E2AFD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